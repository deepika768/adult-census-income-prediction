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4"/>
  </p:sldMasterIdLst>
  <p:notesMasterIdLst>
    <p:notesMasterId r:id="rId19"/>
  </p:notesMasterIdLst>
  <p:handoutMasterIdLst>
    <p:handoutMasterId r:id="rId20"/>
  </p:handoutMasterIdLst>
  <p:sldIdLst>
    <p:sldId id="285" r:id="rId5"/>
    <p:sldId id="257" r:id="rId6"/>
    <p:sldId id="293" r:id="rId7"/>
    <p:sldId id="259" r:id="rId8"/>
    <p:sldId id="265" r:id="rId9"/>
    <p:sldId id="301" r:id="rId10"/>
    <p:sldId id="298" r:id="rId11"/>
    <p:sldId id="302" r:id="rId12"/>
    <p:sldId id="267" r:id="rId13"/>
    <p:sldId id="305" r:id="rId14"/>
    <p:sldId id="304" r:id="rId15"/>
    <p:sldId id="306" r:id="rId16"/>
    <p:sldId id="296" r:id="rId17"/>
    <p:sldId id="26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autoAdjust="0"/>
  </p:normalViewPr>
  <p:slideViewPr>
    <p:cSldViewPr snapToGrid="0">
      <p:cViewPr varScale="1">
        <p:scale>
          <a:sx n="74" d="100"/>
          <a:sy n="74" d="100"/>
        </p:scale>
        <p:origin x="878" y="67"/>
      </p:cViewPr>
      <p:guideLst/>
    </p:cSldViewPr>
  </p:slideViewPr>
  <p:outlineViewPr>
    <p:cViewPr>
      <p:scale>
        <a:sx n="33" d="100"/>
        <a:sy n="33" d="100"/>
      </p:scale>
      <p:origin x="0" y="-11664"/>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413764-5AD9-E889-944D-1707A854A1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045D53-BE96-955D-B578-2BF8F356B7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4B9C3D-A6AA-4477-AC5E-4C46DDCA9DCD}" type="datetimeFigureOut">
              <a:rPr lang="en-US" smtClean="0"/>
              <a:t>8/17/2024</a:t>
            </a:fld>
            <a:endParaRPr lang="en-US" dirty="0"/>
          </a:p>
        </p:txBody>
      </p:sp>
      <p:sp>
        <p:nvSpPr>
          <p:cNvPr id="4" name="Footer Placeholder 3">
            <a:extLst>
              <a:ext uri="{FF2B5EF4-FFF2-40B4-BE49-F238E27FC236}">
                <a16:creationId xmlns:a16="http://schemas.microsoft.com/office/drawing/2014/main" id="{63ED3793-52FB-891B-2A0C-91D8927163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B8DAAB-C45C-E833-ECEB-14DCA0F17F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DE28C3-D699-4CA0-B343-5111DC591998}" type="slidenum">
              <a:rPr lang="en-US" smtClean="0"/>
              <a:t>‹#›</a:t>
            </a:fld>
            <a:endParaRPr lang="en-US" dirty="0"/>
          </a:p>
        </p:txBody>
      </p:sp>
    </p:spTree>
    <p:extLst>
      <p:ext uri="{BB962C8B-B14F-4D97-AF65-F5344CB8AC3E}">
        <p14:creationId xmlns:p14="http://schemas.microsoft.com/office/powerpoint/2010/main" val="1871809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38646-CEA8-41F9-BD9F-D1FA107D99CC}" type="datetimeFigureOut">
              <a:rPr lang="en-US" smtClean="0"/>
              <a:t>8/17/2024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040C8-62D2-4EA7-B200-D3B8C06AAFD8}" type="slidenum">
              <a:rPr lang="en-US" smtClean="0"/>
              <a:t>‹#›</a:t>
            </a:fld>
            <a:endParaRPr lang="en-US" dirty="0"/>
          </a:p>
        </p:txBody>
      </p:sp>
    </p:spTree>
    <p:extLst>
      <p:ext uri="{BB962C8B-B14F-4D97-AF65-F5344CB8AC3E}">
        <p14:creationId xmlns:p14="http://schemas.microsoft.com/office/powerpoint/2010/main" val="2483067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1</a:t>
            </a:fld>
            <a:endParaRPr lang="en-US" dirty="0"/>
          </a:p>
        </p:txBody>
      </p:sp>
    </p:spTree>
    <p:extLst>
      <p:ext uri="{BB962C8B-B14F-4D97-AF65-F5344CB8AC3E}">
        <p14:creationId xmlns:p14="http://schemas.microsoft.com/office/powerpoint/2010/main" val="3505806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2</a:t>
            </a:fld>
            <a:endParaRPr lang="en-US" dirty="0"/>
          </a:p>
        </p:txBody>
      </p:sp>
    </p:spTree>
    <p:extLst>
      <p:ext uri="{BB962C8B-B14F-4D97-AF65-F5344CB8AC3E}">
        <p14:creationId xmlns:p14="http://schemas.microsoft.com/office/powerpoint/2010/main" val="2760905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3</a:t>
            </a:fld>
            <a:endParaRPr lang="en-US" dirty="0"/>
          </a:p>
        </p:txBody>
      </p:sp>
    </p:spTree>
    <p:extLst>
      <p:ext uri="{BB962C8B-B14F-4D97-AF65-F5344CB8AC3E}">
        <p14:creationId xmlns:p14="http://schemas.microsoft.com/office/powerpoint/2010/main" val="3944210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4</a:t>
            </a:fld>
            <a:endParaRPr lang="en-US" dirty="0"/>
          </a:p>
        </p:txBody>
      </p:sp>
    </p:spTree>
    <p:extLst>
      <p:ext uri="{BB962C8B-B14F-4D97-AF65-F5344CB8AC3E}">
        <p14:creationId xmlns:p14="http://schemas.microsoft.com/office/powerpoint/2010/main" val="4267251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5</a:t>
            </a:fld>
            <a:endParaRPr lang="en-US" dirty="0"/>
          </a:p>
        </p:txBody>
      </p:sp>
    </p:spTree>
    <p:extLst>
      <p:ext uri="{BB962C8B-B14F-4D97-AF65-F5344CB8AC3E}">
        <p14:creationId xmlns:p14="http://schemas.microsoft.com/office/powerpoint/2010/main" val="3000805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6</a:t>
            </a:fld>
            <a:endParaRPr lang="en-US" dirty="0"/>
          </a:p>
        </p:txBody>
      </p:sp>
    </p:spTree>
    <p:extLst>
      <p:ext uri="{BB962C8B-B14F-4D97-AF65-F5344CB8AC3E}">
        <p14:creationId xmlns:p14="http://schemas.microsoft.com/office/powerpoint/2010/main" val="3117076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7</a:t>
            </a:fld>
            <a:endParaRPr lang="en-US" dirty="0"/>
          </a:p>
        </p:txBody>
      </p:sp>
    </p:spTree>
    <p:extLst>
      <p:ext uri="{BB962C8B-B14F-4D97-AF65-F5344CB8AC3E}">
        <p14:creationId xmlns:p14="http://schemas.microsoft.com/office/powerpoint/2010/main" val="622684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8</a:t>
            </a:fld>
            <a:endParaRPr lang="en-US" dirty="0"/>
          </a:p>
        </p:txBody>
      </p:sp>
    </p:spTree>
    <p:extLst>
      <p:ext uri="{BB962C8B-B14F-4D97-AF65-F5344CB8AC3E}">
        <p14:creationId xmlns:p14="http://schemas.microsoft.com/office/powerpoint/2010/main" val="1838294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9</a:t>
            </a:fld>
            <a:endParaRPr lang="en-US" dirty="0"/>
          </a:p>
        </p:txBody>
      </p:sp>
    </p:spTree>
    <p:extLst>
      <p:ext uri="{BB962C8B-B14F-4D97-AF65-F5344CB8AC3E}">
        <p14:creationId xmlns:p14="http://schemas.microsoft.com/office/powerpoint/2010/main" val="399762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EB040C8-62D2-4EA7-B200-D3B8C06AAFD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2950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11</a:t>
            </a:fld>
            <a:endParaRPr lang="en-US" dirty="0"/>
          </a:p>
        </p:txBody>
      </p:sp>
    </p:spTree>
    <p:extLst>
      <p:ext uri="{BB962C8B-B14F-4D97-AF65-F5344CB8AC3E}">
        <p14:creationId xmlns:p14="http://schemas.microsoft.com/office/powerpoint/2010/main" val="3684789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EB040C8-62D2-4EA7-B200-D3B8C06AAFD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548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13</a:t>
            </a:fld>
            <a:endParaRPr lang="en-US" dirty="0"/>
          </a:p>
        </p:txBody>
      </p:sp>
    </p:spTree>
    <p:extLst>
      <p:ext uri="{BB962C8B-B14F-4D97-AF65-F5344CB8AC3E}">
        <p14:creationId xmlns:p14="http://schemas.microsoft.com/office/powerpoint/2010/main" val="1853895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14</a:t>
            </a:fld>
            <a:endParaRPr lang="en-US" dirty="0"/>
          </a:p>
        </p:txBody>
      </p:sp>
    </p:spTree>
    <p:extLst>
      <p:ext uri="{BB962C8B-B14F-4D97-AF65-F5344CB8AC3E}">
        <p14:creationId xmlns:p14="http://schemas.microsoft.com/office/powerpoint/2010/main" val="4203997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lumMod val="95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8A66DDD-7D9C-9641-30E9-932C5FD2DAE5}"/>
              </a:ext>
              <a:ext uri="{C183D7F6-B498-43B3-948B-1728B52AA6E4}">
                <adec:decorative xmlns:adec="http://schemas.microsoft.com/office/drawing/2017/decorative" val="1"/>
              </a:ext>
            </a:extLst>
          </p:cNvPr>
          <p:cNvSpPr/>
          <p:nvPr userDrawn="1"/>
        </p:nvSpPr>
        <p:spPr>
          <a:xfrm>
            <a:off x="9683715" y="0"/>
            <a:ext cx="2497331"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4F640F8B-6B6E-1B1A-7CC7-F44CB188B411}"/>
              </a:ext>
              <a:ext uri="{C183D7F6-B498-43B3-948B-1728B52AA6E4}">
                <adec:decorative xmlns:adec="http://schemas.microsoft.com/office/drawing/2017/decorative" val="1"/>
              </a:ext>
            </a:extLst>
          </p:cNvPr>
          <p:cNvSpPr/>
          <p:nvPr userDrawn="1"/>
        </p:nvSpPr>
        <p:spPr>
          <a:xfrm>
            <a:off x="0" y="0"/>
            <a:ext cx="2527294"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48633"/>
            <a:ext cx="7156415" cy="3360734"/>
          </a:xfrm>
        </p:spPr>
        <p:txBody>
          <a:bodyPr tIns="0" bIns="0" anchor="ctr">
            <a:noAutofit/>
          </a:bodyPr>
          <a:lstStyle>
            <a:lvl1pPr algn="ctr">
              <a:defRPr sz="5400">
                <a:solidFill>
                  <a:schemeClr val="tx2"/>
                </a:solidFill>
              </a:defRPr>
            </a:lvl1pPr>
          </a:lstStyle>
          <a:p>
            <a:r>
              <a:rPr lang="en-US" dirty="0"/>
              <a:t>Click to Add title</a:t>
            </a:r>
          </a:p>
        </p:txBody>
      </p:sp>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C859A209-D12B-6E67-931A-5CB9E71100EC}"/>
              </a:ext>
              <a:ext uri="{C183D7F6-B498-43B3-948B-1728B52AA6E4}">
                <adec:decorative xmlns:adec="http://schemas.microsoft.com/office/drawing/2017/decorative" val="1"/>
              </a:ext>
            </a:extLst>
          </p:cNvPr>
          <p:cNvGrpSpPr/>
          <p:nvPr userDrawn="1"/>
        </p:nvGrpSpPr>
        <p:grpSpPr>
          <a:xfrm>
            <a:off x="1971692" y="254794"/>
            <a:ext cx="8248616" cy="6367462"/>
            <a:chOff x="1689101" y="254794"/>
            <a:chExt cx="8248616" cy="6367462"/>
          </a:xfrm>
        </p:grpSpPr>
        <p:cxnSp>
          <p:nvCxnSpPr>
            <p:cNvPr id="6" name="Straight Connector 5">
              <a:extLst>
                <a:ext uri="{FF2B5EF4-FFF2-40B4-BE49-F238E27FC236}">
                  <a16:creationId xmlns:a16="http://schemas.microsoft.com/office/drawing/2014/main" id="{28628E6D-0C29-7F8E-67C4-175F211E705F}"/>
                </a:ext>
              </a:extLst>
            </p:cNvPr>
            <p:cNvCxnSpPr>
              <a:cxnSpLocks/>
            </p:cNvCxnSpPr>
            <p:nvPr userDrawn="1"/>
          </p:nvCxnSpPr>
          <p:spPr>
            <a:xfrm>
              <a:off x="16891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Lst>
            </p:cNvPr>
            <p:cNvCxnSpPr>
              <a:cxnSpLocks/>
            </p:cNvCxnSpPr>
            <p:nvPr userDrawn="1"/>
          </p:nvCxnSpPr>
          <p:spPr>
            <a:xfrm>
              <a:off x="16891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Lst>
            </p:cNvPr>
            <p:cNvCxnSpPr>
              <a:cxnSpLocks/>
            </p:cNvCxnSpPr>
            <p:nvPr userDrawn="1"/>
          </p:nvCxnSpPr>
          <p:spPr>
            <a:xfrm>
              <a:off x="9937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Lst>
            </p:cNvPr>
            <p:cNvCxnSpPr>
              <a:cxnSpLocks/>
            </p:cNvCxnSpPr>
            <p:nvPr userDrawn="1"/>
          </p:nvCxnSpPr>
          <p:spPr>
            <a:xfrm>
              <a:off x="9937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1971690" y="1543050"/>
            <a:ext cx="8248611"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3199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lumMod val="95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BCEE60A-6295-FCD1-542F-52EA50B3B4A9}"/>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 b="51031"/>
          <a:stretch/>
        </p:blipFill>
        <p:spPr>
          <a:xfrm rot="16200000">
            <a:off x="7083880" y="1749876"/>
            <a:ext cx="6858000" cy="3358241"/>
          </a:xfrm>
          <a:prstGeom prst="rect">
            <a:avLst/>
          </a:prstGeom>
        </p:spPr>
      </p:pic>
      <p:pic>
        <p:nvPicPr>
          <p:cNvPr id="3" name="Graphic 2">
            <a:extLst>
              <a:ext uri="{FF2B5EF4-FFF2-40B4-BE49-F238E27FC236}">
                <a16:creationId xmlns:a16="http://schemas.microsoft.com/office/drawing/2014/main" id="{02E5EBF7-4D05-239B-0B70-F9AD5B569091}"/>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21667"/>
          <a:stretch/>
        </p:blipFill>
        <p:spPr>
          <a:xfrm rot="5400000">
            <a:off x="-742950" y="742950"/>
            <a:ext cx="6858000" cy="5372100"/>
          </a:xfrm>
          <a:prstGeom prst="rect">
            <a:avLst/>
          </a:prstGeom>
        </p:spPr>
      </p:pic>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5372100" y="892175"/>
            <a:ext cx="3461659" cy="5073650"/>
          </a:xfrm>
          <a:effectLst/>
        </p:spPr>
        <p:txBody>
          <a:bodyPr anchor="ctr">
            <a:normAutofit/>
          </a:bodyPr>
          <a:lstStyle>
            <a:lvl1pPr marL="0" indent="0" algn="ctr">
              <a:spcAft>
                <a:spcPts val="600"/>
              </a:spcAft>
              <a:buNone/>
              <a:defRPr sz="2400">
                <a:solidFill>
                  <a:schemeClr val="tx2"/>
                </a:solidFill>
              </a:defRPr>
            </a:lvl1pPr>
            <a:lvl2pPr marL="228600" indent="0" algn="ctr">
              <a:spcAft>
                <a:spcPts val="600"/>
              </a:spcAft>
              <a:buNone/>
              <a:defRPr sz="2000">
                <a:solidFill>
                  <a:schemeClr val="tx2"/>
                </a:solidFill>
              </a:defRPr>
            </a:lvl2pPr>
            <a:lvl3pPr marL="457200" indent="0" algn="ctr">
              <a:spcAft>
                <a:spcPts val="600"/>
              </a:spcAft>
              <a:buNone/>
              <a:defRPr sz="2000">
                <a:solidFill>
                  <a:schemeClr val="tx2"/>
                </a:solidFill>
              </a:defRPr>
            </a:lvl3pPr>
            <a:lvl4pPr marL="685800" indent="0" algn="ctr">
              <a:spcAft>
                <a:spcPts val="600"/>
              </a:spcAft>
              <a:buNone/>
              <a:defRPr sz="2000">
                <a:solidFill>
                  <a:schemeClr val="tx2"/>
                </a:solidFill>
              </a:defRPr>
            </a:lvl4pPr>
            <a:lvl5pPr marL="914400" indent="0" algn="ctr">
              <a:spcAft>
                <a:spcPts val="600"/>
              </a:spcAft>
              <a:buNone/>
              <a:defRPr sz="20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141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bg1">
            <a:lumMod val="95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EE62E882-4E93-85DF-DE0B-6F64263A3BBA}"/>
              </a:ext>
            </a:extLst>
          </p:cNvPr>
          <p:cNvSpPr>
            <a:spLocks noGrp="1"/>
          </p:cNvSpPr>
          <p:nvPr>
            <p:ph type="pic" sz="quarter" idx="10"/>
          </p:nvPr>
        </p:nvSpPr>
        <p:spPr>
          <a:xfrm>
            <a:off x="2" y="0"/>
            <a:ext cx="12191999" cy="6858000"/>
          </a:xfrm>
          <a:custGeom>
            <a:avLst/>
            <a:gdLst>
              <a:gd name="connsiteX0" fmla="*/ 9664698 w 12191999"/>
              <a:gd name="connsiteY0" fmla="*/ 0 h 6858000"/>
              <a:gd name="connsiteX1" fmla="*/ 12191999 w 12191999"/>
              <a:gd name="connsiteY1" fmla="*/ 0 h 6858000"/>
              <a:gd name="connsiteX2" fmla="*/ 12191999 w 12191999"/>
              <a:gd name="connsiteY2" fmla="*/ 6858000 h 6858000"/>
              <a:gd name="connsiteX3" fmla="*/ 9664698 w 12191999"/>
              <a:gd name="connsiteY3" fmla="*/ 6858000 h 6858000"/>
              <a:gd name="connsiteX4" fmla="*/ 0 w 12191999"/>
              <a:gd name="connsiteY4" fmla="*/ 0 h 6858000"/>
              <a:gd name="connsiteX5" fmla="*/ 2551176 w 12191999"/>
              <a:gd name="connsiteY5" fmla="*/ 0 h 6858000"/>
              <a:gd name="connsiteX6" fmla="*/ 2551176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9664698" y="0"/>
                </a:moveTo>
                <a:lnTo>
                  <a:pt x="12191999" y="0"/>
                </a:lnTo>
                <a:lnTo>
                  <a:pt x="12191999" y="6858000"/>
                </a:lnTo>
                <a:lnTo>
                  <a:pt x="9664698" y="6858000"/>
                </a:lnTo>
                <a:close/>
                <a:moveTo>
                  <a:pt x="0" y="0"/>
                </a:moveTo>
                <a:lnTo>
                  <a:pt x="2551176" y="0"/>
                </a:lnTo>
                <a:lnTo>
                  <a:pt x="2551176" y="6858000"/>
                </a:lnTo>
                <a:lnTo>
                  <a:pt x="0" y="6858000"/>
                </a:ln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47287"/>
            <a:ext cx="7156415" cy="3363427"/>
          </a:xfrm>
        </p:spPr>
        <p:txBody>
          <a:bodyPr tIns="0" bIns="0" anchor="ctr">
            <a:noAutofit/>
          </a:bodyPr>
          <a:lstStyle>
            <a:lvl1pPr algn="ctr">
              <a:defRPr sz="4400">
                <a:solidFill>
                  <a:schemeClr val="tx2"/>
                </a:solidFill>
              </a:defRPr>
            </a:lvl1pPr>
          </a:lstStyle>
          <a:p>
            <a:r>
              <a:rPr lang="en-US" dirty="0"/>
              <a:t>Click to Add title</a:t>
            </a:r>
          </a:p>
        </p:txBody>
      </p:sp>
    </p:spTree>
    <p:extLst>
      <p:ext uri="{BB962C8B-B14F-4D97-AF65-F5344CB8AC3E}">
        <p14:creationId xmlns:p14="http://schemas.microsoft.com/office/powerpoint/2010/main" val="1254760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bg1">
            <a:lumMod val="95000"/>
          </a:schemeClr>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FCB7CBB1-8DA1-E416-2554-28C331D0AF54}"/>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 b="47888"/>
          <a:stretch/>
        </p:blipFill>
        <p:spPr>
          <a:xfrm rot="16200000">
            <a:off x="6976110" y="1642110"/>
            <a:ext cx="6858000" cy="3573780"/>
          </a:xfrm>
          <a:prstGeom prst="rect">
            <a:avLst/>
          </a:prstGeom>
        </p:spPr>
      </p:pic>
      <p:pic>
        <p:nvPicPr>
          <p:cNvPr id="13" name="Graphic 12">
            <a:extLst>
              <a:ext uri="{FF2B5EF4-FFF2-40B4-BE49-F238E27FC236}">
                <a16:creationId xmlns:a16="http://schemas.microsoft.com/office/drawing/2014/main" id="{1E442E8B-94A4-D6CF-E77C-A046400CB56F}"/>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 b="47888"/>
          <a:stretch/>
        </p:blipFill>
        <p:spPr>
          <a:xfrm rot="5400000">
            <a:off x="-1718310" y="1646872"/>
            <a:ext cx="6858000" cy="3573780"/>
          </a:xfrm>
          <a:prstGeom prst="rect">
            <a:avLst/>
          </a:prstGeom>
        </p:spPr>
      </p:pic>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6" name="Straight Connector 5">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userDrawn="1"/>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userDrawn="1"/>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17EEDCF-A8F9-709D-CE34-6E183D26C2C2}"/>
              </a:ext>
            </a:extLst>
          </p:cNvPr>
          <p:cNvSpPr>
            <a:spLocks noGrp="1"/>
          </p:cNvSpPr>
          <p:nvPr>
            <p:ph type="title"/>
          </p:nvPr>
        </p:nvSpPr>
        <p:spPr>
          <a:xfrm>
            <a:off x="2527301" y="1786422"/>
            <a:ext cx="7156415" cy="2260117"/>
          </a:xfrm>
        </p:spPr>
        <p:txBody>
          <a:bodyPr tIns="0" bIns="0" anchor="b">
            <a:noAutofit/>
          </a:bodyPr>
          <a:lstStyle>
            <a:lvl1pPr algn="ctr">
              <a:defRPr sz="4400">
                <a:solidFill>
                  <a:schemeClr val="tx2"/>
                </a:solidFill>
              </a:defRPr>
            </a:lvl1p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CC0E72D9-C2D7-3452-FBEB-5506D3211809}"/>
              </a:ext>
            </a:extLst>
          </p:cNvPr>
          <p:cNvSpPr>
            <a:spLocks noGrp="1"/>
          </p:cNvSpPr>
          <p:nvPr>
            <p:ph type="body" sz="quarter" idx="15" hasCustomPrompt="1"/>
          </p:nvPr>
        </p:nvSpPr>
        <p:spPr>
          <a:xfrm>
            <a:off x="2527299" y="4145100"/>
            <a:ext cx="7137395" cy="735012"/>
          </a:xfrm>
        </p:spPr>
        <p:txBody>
          <a:bodyPr anchor="ctr">
            <a:normAutofit/>
          </a:bodyPr>
          <a:lstStyle>
            <a:lvl1pPr marL="0" indent="0" algn="ctr">
              <a:buNone/>
              <a:defRPr sz="240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add subtitle</a:t>
            </a:r>
          </a:p>
        </p:txBody>
      </p:sp>
    </p:spTree>
    <p:extLst>
      <p:ext uri="{BB962C8B-B14F-4D97-AF65-F5344CB8AC3E}">
        <p14:creationId xmlns:p14="http://schemas.microsoft.com/office/powerpoint/2010/main" val="348826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1">
            <a:lumMod val="95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6617646-6AF6-94B0-E660-98BCAC61F95F}"/>
              </a:ext>
              <a:ext uri="{C183D7F6-B498-43B3-948B-1728B52AA6E4}">
                <adec:decorative xmlns:adec="http://schemas.microsoft.com/office/drawing/2017/decorative" val="1"/>
              </a:ext>
            </a:extLst>
          </p:cNvPr>
          <p:cNvSpPr/>
          <p:nvPr userDrawn="1"/>
        </p:nvSpPr>
        <p:spPr>
          <a:xfrm>
            <a:off x="1" y="0"/>
            <a:ext cx="4405568"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4851400" y="892175"/>
            <a:ext cx="6617592" cy="5073650"/>
          </a:xfrm>
          <a:effectLst/>
        </p:spPr>
        <p:txBody>
          <a:bodyPr anchor="ctr">
            <a:normAutofit/>
          </a:bodyPr>
          <a:lstStyle>
            <a:lvl1pPr marL="0" indent="0" algn="l">
              <a:spcAft>
                <a:spcPts val="1200"/>
              </a:spcAft>
              <a:buNone/>
              <a:defRPr sz="1800">
                <a:solidFill>
                  <a:schemeClr val="tx2"/>
                </a:solidFill>
              </a:defRPr>
            </a:lvl1pPr>
            <a:lvl2pPr marL="228600" indent="0" algn="l">
              <a:spcAft>
                <a:spcPts val="1200"/>
              </a:spcAft>
              <a:buNone/>
              <a:defRPr sz="1800">
                <a:solidFill>
                  <a:schemeClr val="tx2"/>
                </a:solidFill>
              </a:defRPr>
            </a:lvl2pPr>
            <a:lvl3pPr marL="457200" indent="0" algn="l">
              <a:spcAft>
                <a:spcPts val="1200"/>
              </a:spcAft>
              <a:buNone/>
              <a:defRPr sz="1800">
                <a:solidFill>
                  <a:schemeClr val="tx2"/>
                </a:solidFill>
              </a:defRPr>
            </a:lvl3pPr>
            <a:lvl4pPr marL="685800" indent="0" algn="l">
              <a:spcAft>
                <a:spcPts val="1200"/>
              </a:spcAft>
              <a:buNone/>
              <a:defRPr sz="1800">
                <a:solidFill>
                  <a:schemeClr val="tx2"/>
                </a:solidFill>
              </a:defRPr>
            </a:lvl4pPr>
            <a:lvl5pPr marL="914400" indent="0" algn="l">
              <a:spcAft>
                <a:spcPts val="1200"/>
              </a:spcAft>
              <a:buNone/>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816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bg1">
            <a:lumMod val="95000"/>
          </a:schemeClr>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177A207-9B85-52B8-8ED0-3616C76742AD}"/>
              </a:ext>
            </a:extLst>
          </p:cNvPr>
          <p:cNvSpPr>
            <a:spLocks noGrp="1"/>
          </p:cNvSpPr>
          <p:nvPr>
            <p:ph type="pic" sz="quarter" idx="16"/>
          </p:nvPr>
        </p:nvSpPr>
        <p:spPr>
          <a:xfrm>
            <a:off x="0" y="0"/>
            <a:ext cx="12192000" cy="6858000"/>
          </a:xfrm>
          <a:custGeom>
            <a:avLst/>
            <a:gdLst>
              <a:gd name="connsiteX0" fmla="*/ 0 w 12192000"/>
              <a:gd name="connsiteY0" fmla="*/ 3086100 h 6858000"/>
              <a:gd name="connsiteX1" fmla="*/ 4375405 w 12192000"/>
              <a:gd name="connsiteY1" fmla="*/ 6858000 h 6858000"/>
              <a:gd name="connsiteX2" fmla="*/ 0 w 12192000"/>
              <a:gd name="connsiteY2" fmla="*/ 6858000 h 6858000"/>
              <a:gd name="connsiteX3" fmla="*/ 7816598 w 12192000"/>
              <a:gd name="connsiteY3" fmla="*/ 0 h 6858000"/>
              <a:gd name="connsiteX4" fmla="*/ 12192000 w 12192000"/>
              <a:gd name="connsiteY4" fmla="*/ 0 h 6858000"/>
              <a:gd name="connsiteX5" fmla="*/ 12192000 w 12192000"/>
              <a:gd name="connsiteY5" fmla="*/ 37718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3086100"/>
                </a:moveTo>
                <a:lnTo>
                  <a:pt x="4375405" y="6858000"/>
                </a:lnTo>
                <a:lnTo>
                  <a:pt x="0" y="6858000"/>
                </a:lnTo>
                <a:close/>
                <a:moveTo>
                  <a:pt x="7816598" y="0"/>
                </a:moveTo>
                <a:lnTo>
                  <a:pt x="12192000" y="0"/>
                </a:lnTo>
                <a:lnTo>
                  <a:pt x="12192000" y="3771898"/>
                </a:ln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86421"/>
            <a:ext cx="7156415" cy="2258568"/>
          </a:xfrm>
        </p:spPr>
        <p:txBody>
          <a:bodyPr tIns="0" bIns="0" anchor="b">
            <a:noAutofit/>
          </a:bodyPr>
          <a:lstStyle>
            <a:lvl1pPr algn="ctr">
              <a:defRPr sz="4400">
                <a:solidFill>
                  <a:schemeClr val="tx2"/>
                </a:solidFill>
              </a:defRPr>
            </a:lvl1pPr>
          </a:lstStyle>
          <a:p>
            <a:r>
              <a:rPr lang="en-US" dirty="0"/>
              <a:t>Click to Add title</a:t>
            </a:r>
          </a:p>
        </p:txBody>
      </p:sp>
      <p:sp>
        <p:nvSpPr>
          <p:cNvPr id="4" name="Text Placeholder 3">
            <a:extLst>
              <a:ext uri="{FF2B5EF4-FFF2-40B4-BE49-F238E27FC236}">
                <a16:creationId xmlns:a16="http://schemas.microsoft.com/office/drawing/2014/main" id="{F7745489-5B17-0977-F512-70D9A108715B}"/>
              </a:ext>
            </a:extLst>
          </p:cNvPr>
          <p:cNvSpPr>
            <a:spLocks noGrp="1"/>
          </p:cNvSpPr>
          <p:nvPr>
            <p:ph type="body" sz="quarter" idx="15" hasCustomPrompt="1"/>
          </p:nvPr>
        </p:nvSpPr>
        <p:spPr>
          <a:xfrm>
            <a:off x="2527299" y="4142232"/>
            <a:ext cx="7156415" cy="735012"/>
          </a:xfrm>
        </p:spPr>
        <p:txBody>
          <a:bodyPr anchor="ctr">
            <a:normAutofit/>
          </a:bodyPr>
          <a:lstStyle>
            <a:lvl1pPr marL="0" indent="0" algn="ctr">
              <a:buNone/>
              <a:defRPr sz="240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add subtitle</a:t>
            </a:r>
          </a:p>
        </p:txBody>
      </p:sp>
    </p:spTree>
    <p:extLst>
      <p:ext uri="{BB962C8B-B14F-4D97-AF65-F5344CB8AC3E}">
        <p14:creationId xmlns:p14="http://schemas.microsoft.com/office/powerpoint/2010/main" val="906157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lumMod val="95000"/>
          </a:schemeClr>
        </a:solidFill>
        <a:effectLst/>
      </p:bgPr>
    </p:bg>
    <p:spTree>
      <p:nvGrpSpPr>
        <p:cNvPr id="1" name=""/>
        <p:cNvGrpSpPr/>
        <p:nvPr/>
      </p:nvGrpSpPr>
      <p:grpSpPr>
        <a:xfrm>
          <a:off x="0" y="0"/>
          <a:ext cx="0" cy="0"/>
          <a:chOff x="0" y="0"/>
          <a:chExt cx="0" cy="0"/>
        </a:xfrm>
      </p:grpSpPr>
      <p:sp>
        <p:nvSpPr>
          <p:cNvPr id="39" name="Freeform: Shape 38">
            <a:extLst>
              <a:ext uri="{FF2B5EF4-FFF2-40B4-BE49-F238E27FC236}">
                <a16:creationId xmlns:a16="http://schemas.microsoft.com/office/drawing/2014/main" id="{45346F93-664A-16A2-A824-FBB5F60B0938}"/>
              </a:ext>
              <a:ext uri="{C183D7F6-B498-43B3-948B-1728B52AA6E4}">
                <adec:decorative xmlns:adec="http://schemas.microsoft.com/office/drawing/2017/decorative" val="1"/>
              </a:ext>
            </a:extLst>
          </p:cNvPr>
          <p:cNvSpPr/>
          <p:nvPr userDrawn="1"/>
        </p:nvSpPr>
        <p:spPr>
          <a:xfrm>
            <a:off x="0" y="0"/>
            <a:ext cx="3987468" cy="6858000"/>
          </a:xfrm>
          <a:custGeom>
            <a:avLst/>
            <a:gdLst>
              <a:gd name="connsiteX0" fmla="*/ 0 w 3987468"/>
              <a:gd name="connsiteY0" fmla="*/ 0 h 6858000"/>
              <a:gd name="connsiteX1" fmla="*/ 2450595 w 3987468"/>
              <a:gd name="connsiteY1" fmla="*/ 0 h 6858000"/>
              <a:gd name="connsiteX2" fmla="*/ 2774950 w 3987468"/>
              <a:gd name="connsiteY2" fmla="*/ 0 h 6858000"/>
              <a:gd name="connsiteX3" fmla="*/ 3146901 w 3987468"/>
              <a:gd name="connsiteY3" fmla="*/ 0 h 6858000"/>
              <a:gd name="connsiteX4" fmla="*/ 3152237 w 3987468"/>
              <a:gd name="connsiteY4" fmla="*/ 1372 h 6858000"/>
              <a:gd name="connsiteX5" fmla="*/ 3987468 w 3987468"/>
              <a:gd name="connsiteY5" fmla="*/ 1136650 h 6858000"/>
              <a:gd name="connsiteX6" fmla="*/ 3261452 w 3987468"/>
              <a:gd name="connsiteY6" fmla="*/ 2231955 h 6858000"/>
              <a:gd name="connsiteX7" fmla="*/ 3097572 w 3987468"/>
              <a:gd name="connsiteY7" fmla="*/ 2282826 h 6858000"/>
              <a:gd name="connsiteX8" fmla="*/ 3261452 w 3987468"/>
              <a:gd name="connsiteY8" fmla="*/ 2333697 h 6858000"/>
              <a:gd name="connsiteX9" fmla="*/ 3987468 w 3987468"/>
              <a:gd name="connsiteY9" fmla="*/ 3429001 h 6858000"/>
              <a:gd name="connsiteX10" fmla="*/ 3261452 w 3987468"/>
              <a:gd name="connsiteY10" fmla="*/ 4524306 h 6858000"/>
              <a:gd name="connsiteX11" fmla="*/ 3097574 w 3987468"/>
              <a:gd name="connsiteY11" fmla="*/ 4575176 h 6858000"/>
              <a:gd name="connsiteX12" fmla="*/ 3261452 w 3987468"/>
              <a:gd name="connsiteY12" fmla="*/ 4626047 h 6858000"/>
              <a:gd name="connsiteX13" fmla="*/ 3987468 w 3987468"/>
              <a:gd name="connsiteY13" fmla="*/ 5721351 h 6858000"/>
              <a:gd name="connsiteX14" fmla="*/ 3152237 w 3987468"/>
              <a:gd name="connsiteY14" fmla="*/ 6856629 h 6858000"/>
              <a:gd name="connsiteX15" fmla="*/ 3146905 w 3987468"/>
              <a:gd name="connsiteY15" fmla="*/ 6858000 h 6858000"/>
              <a:gd name="connsiteX16" fmla="*/ 2774950 w 3987468"/>
              <a:gd name="connsiteY16" fmla="*/ 6858000 h 6858000"/>
              <a:gd name="connsiteX17" fmla="*/ 2450591 w 3987468"/>
              <a:gd name="connsiteY17" fmla="*/ 6858000 h 6858000"/>
              <a:gd name="connsiteX18" fmla="*/ 0 w 3987468"/>
              <a:gd name="connsiteY1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87468" h="6858000">
                <a:moveTo>
                  <a:pt x="0" y="0"/>
                </a:moveTo>
                <a:lnTo>
                  <a:pt x="2450595" y="0"/>
                </a:lnTo>
                <a:lnTo>
                  <a:pt x="2774950" y="0"/>
                </a:lnTo>
                <a:lnTo>
                  <a:pt x="3146901" y="0"/>
                </a:lnTo>
                <a:lnTo>
                  <a:pt x="3152237" y="1372"/>
                </a:lnTo>
                <a:cubicBezTo>
                  <a:pt x="3636128" y="151878"/>
                  <a:pt x="3987468" y="603234"/>
                  <a:pt x="3987468" y="1136650"/>
                </a:cubicBezTo>
                <a:cubicBezTo>
                  <a:pt x="3987468" y="1629034"/>
                  <a:pt x="3688101" y="2051497"/>
                  <a:pt x="3261452" y="2231955"/>
                </a:cubicBezTo>
                <a:lnTo>
                  <a:pt x="3097572" y="2282826"/>
                </a:lnTo>
                <a:lnTo>
                  <a:pt x="3261452" y="2333697"/>
                </a:lnTo>
                <a:cubicBezTo>
                  <a:pt x="3688101" y="2514154"/>
                  <a:pt x="3987468" y="2936617"/>
                  <a:pt x="3987468" y="3429001"/>
                </a:cubicBezTo>
                <a:cubicBezTo>
                  <a:pt x="3987468" y="3921385"/>
                  <a:pt x="3688101" y="4343848"/>
                  <a:pt x="3261452" y="4524306"/>
                </a:cubicBezTo>
                <a:lnTo>
                  <a:pt x="3097574" y="4575176"/>
                </a:lnTo>
                <a:lnTo>
                  <a:pt x="3261452" y="4626047"/>
                </a:lnTo>
                <a:cubicBezTo>
                  <a:pt x="3688101" y="4806504"/>
                  <a:pt x="3987468" y="5228967"/>
                  <a:pt x="3987468" y="5721351"/>
                </a:cubicBezTo>
                <a:cubicBezTo>
                  <a:pt x="3987468" y="6254767"/>
                  <a:pt x="3636128" y="6706123"/>
                  <a:pt x="3152237" y="6856629"/>
                </a:cubicBezTo>
                <a:lnTo>
                  <a:pt x="3146905" y="6858000"/>
                </a:lnTo>
                <a:lnTo>
                  <a:pt x="2774950" y="6858000"/>
                </a:lnTo>
                <a:lnTo>
                  <a:pt x="2450591" y="6858000"/>
                </a:lnTo>
                <a:lnTo>
                  <a:pt x="0" y="685800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465411" y="765810"/>
            <a:ext cx="7029933" cy="2471470"/>
          </a:xfrm>
        </p:spPr>
        <p:txBody>
          <a:bodyPr>
            <a:normAutofit/>
          </a:bodyPr>
          <a:lstStyle>
            <a:lvl1pPr marL="0" indent="0">
              <a:spcAft>
                <a:spcPts val="600"/>
              </a:spcAft>
              <a:buNone/>
              <a:defRPr sz="1800">
                <a:solidFill>
                  <a:schemeClr val="tx2"/>
                </a:solidFill>
              </a:defRPr>
            </a:lvl1pPr>
            <a:lvl2pPr marL="228600">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4465411" y="3599130"/>
            <a:ext cx="7029933" cy="2471470"/>
          </a:xfrm>
        </p:spPr>
        <p:txBody>
          <a:bodyPr>
            <a:normAutofit/>
          </a:bodyPr>
          <a:lstStyle>
            <a:lvl1pPr marL="0" indent="0">
              <a:spcAft>
                <a:spcPts val="600"/>
              </a:spcAft>
              <a:buNone/>
              <a:defRPr sz="1800">
                <a:solidFill>
                  <a:schemeClr val="tx2"/>
                </a:solidFill>
              </a:defRPr>
            </a:lvl1pPr>
            <a:lvl2pPr marL="228600">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113403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lumMod val="95000"/>
          </a:schemeClr>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06B8E3C-9527-FBC2-184C-8D90C4520973}"/>
              </a:ext>
              <a:ext uri="{C183D7F6-B498-43B3-948B-1728B52AA6E4}">
                <adec:decorative xmlns:adec="http://schemas.microsoft.com/office/drawing/2017/decorative" val="1"/>
              </a:ext>
            </a:extLst>
          </p:cNvPr>
          <p:cNvSpPr/>
          <p:nvPr userDrawn="1"/>
        </p:nvSpPr>
        <p:spPr>
          <a:xfrm>
            <a:off x="0" y="-29052"/>
            <a:ext cx="3634741" cy="6949440"/>
          </a:xfrm>
          <a:custGeom>
            <a:avLst/>
            <a:gdLst>
              <a:gd name="connsiteX0" fmla="*/ 160021 w 3634741"/>
              <a:gd name="connsiteY0" fmla="*/ 0 h 6949440"/>
              <a:gd name="connsiteX1" fmla="*/ 3634741 w 3634741"/>
              <a:gd name="connsiteY1" fmla="*/ 3474720 h 6949440"/>
              <a:gd name="connsiteX2" fmla="*/ 160021 w 3634741"/>
              <a:gd name="connsiteY2" fmla="*/ 6949440 h 6949440"/>
              <a:gd name="connsiteX3" fmla="*/ 0 w 3634741"/>
              <a:gd name="connsiteY3" fmla="*/ 6941360 h 6949440"/>
              <a:gd name="connsiteX4" fmla="*/ 0 w 3634741"/>
              <a:gd name="connsiteY4" fmla="*/ 8081 h 6949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4741" h="6949440">
                <a:moveTo>
                  <a:pt x="160021" y="0"/>
                </a:moveTo>
                <a:cubicBezTo>
                  <a:pt x="2079056" y="0"/>
                  <a:pt x="3634741" y="1555685"/>
                  <a:pt x="3634741" y="3474720"/>
                </a:cubicBezTo>
                <a:cubicBezTo>
                  <a:pt x="3634741" y="5393755"/>
                  <a:pt x="2079056" y="6949440"/>
                  <a:pt x="160021" y="6949440"/>
                </a:cubicBezTo>
                <a:lnTo>
                  <a:pt x="0" y="6941360"/>
                </a:lnTo>
                <a:lnTo>
                  <a:pt x="0" y="808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080572" y="1483837"/>
            <a:ext cx="2929829" cy="3890326"/>
          </a:xfrm>
        </p:spPr>
        <p:txBody>
          <a:bodyPr>
            <a:normAutofit/>
          </a:bodyPr>
          <a:lstStyle>
            <a:lvl1pPr marL="285750" indent="-285750">
              <a:spcAft>
                <a:spcPts val="600"/>
              </a:spcAft>
              <a:buFont typeface="Arial" panose="020B0604020202020204" pitchFamily="34" charset="0"/>
              <a:buChar char="•"/>
              <a:defRPr sz="1800">
                <a:solidFill>
                  <a:schemeClr val="tx2"/>
                </a:solidFill>
              </a:defRPr>
            </a:lvl1pPr>
            <a:lvl2pPr marL="514350" indent="-285750">
              <a:spcAft>
                <a:spcPts val="600"/>
              </a:spcAft>
              <a:buFont typeface="Arial" panose="020B0604020202020204" pitchFamily="34" charset="0"/>
              <a:buChar char="•"/>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7261226" y="1483837"/>
            <a:ext cx="4234117" cy="3890326"/>
          </a:xfrm>
        </p:spPr>
        <p:txBody>
          <a:bodyPr>
            <a:normAutofit/>
          </a:bodyPr>
          <a:lstStyle>
            <a:lvl1pPr marL="0" indent="0">
              <a:spcAft>
                <a:spcPts val="600"/>
              </a:spcAft>
              <a:buFont typeface="Arial" panose="020B0604020202020204" pitchFamily="34" charset="0"/>
              <a:buNone/>
              <a:defRPr sz="1800">
                <a:solidFill>
                  <a:schemeClr val="tx2"/>
                </a:solidFill>
              </a:defRPr>
            </a:lvl1pPr>
            <a:lvl2pPr marL="283464" indent="-283464">
              <a:spcAft>
                <a:spcPts val="600"/>
              </a:spcAft>
              <a:buFont typeface="Arial" panose="020B0604020202020204" pitchFamily="34" charset="0"/>
              <a:buChar char="•"/>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3386450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bg1">
            <a:lumMod val="95000"/>
          </a:schemeClr>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9E1A91-D555-1AE6-2CDF-324AF09F213D}"/>
              </a:ext>
              <a:ext uri="{C183D7F6-B498-43B3-948B-1728B52AA6E4}">
                <adec:decorative xmlns:adec="http://schemas.microsoft.com/office/drawing/2017/decorative" val="1"/>
              </a:ext>
            </a:extLst>
          </p:cNvPr>
          <p:cNvSpPr/>
          <p:nvPr userDrawn="1"/>
        </p:nvSpPr>
        <p:spPr>
          <a:xfrm>
            <a:off x="0" y="-29052"/>
            <a:ext cx="3634741" cy="6949440"/>
          </a:xfrm>
          <a:custGeom>
            <a:avLst/>
            <a:gdLst>
              <a:gd name="connsiteX0" fmla="*/ 160021 w 3634741"/>
              <a:gd name="connsiteY0" fmla="*/ 0 h 6949440"/>
              <a:gd name="connsiteX1" fmla="*/ 3634741 w 3634741"/>
              <a:gd name="connsiteY1" fmla="*/ 3474720 h 6949440"/>
              <a:gd name="connsiteX2" fmla="*/ 160021 w 3634741"/>
              <a:gd name="connsiteY2" fmla="*/ 6949440 h 6949440"/>
              <a:gd name="connsiteX3" fmla="*/ 0 w 3634741"/>
              <a:gd name="connsiteY3" fmla="*/ 6941360 h 6949440"/>
              <a:gd name="connsiteX4" fmla="*/ 0 w 3634741"/>
              <a:gd name="connsiteY4" fmla="*/ 8081 h 6949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4741" h="6949440">
                <a:moveTo>
                  <a:pt x="160021" y="0"/>
                </a:moveTo>
                <a:cubicBezTo>
                  <a:pt x="2079056" y="0"/>
                  <a:pt x="3634741" y="1555685"/>
                  <a:pt x="3634741" y="3474720"/>
                </a:cubicBezTo>
                <a:cubicBezTo>
                  <a:pt x="3634741" y="5393755"/>
                  <a:pt x="2079056" y="6949440"/>
                  <a:pt x="160021" y="6949440"/>
                </a:cubicBezTo>
                <a:lnTo>
                  <a:pt x="0" y="6941360"/>
                </a:lnTo>
                <a:lnTo>
                  <a:pt x="0" y="8081"/>
                </a:lnTo>
                <a:close/>
              </a:path>
            </a:pathLst>
          </a:cu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4108481" y="892176"/>
            <a:ext cx="4578319" cy="5073648"/>
          </a:xfrm>
          <a:effectLst/>
        </p:spPr>
        <p:txBody>
          <a:bodyPr anchor="ctr">
            <a:normAutofit/>
          </a:bodyPr>
          <a:lstStyle>
            <a:lvl1pPr marL="0" indent="0" algn="l">
              <a:spcAft>
                <a:spcPts val="1200"/>
              </a:spcAft>
              <a:buNone/>
              <a:defRPr sz="1800">
                <a:solidFill>
                  <a:schemeClr val="tx2"/>
                </a:solidFill>
              </a:defRPr>
            </a:lvl1pPr>
            <a:lvl2pPr marL="228600" indent="0" algn="l">
              <a:spcAft>
                <a:spcPts val="1200"/>
              </a:spcAft>
              <a:buNone/>
              <a:defRPr sz="1800">
                <a:solidFill>
                  <a:schemeClr val="tx2"/>
                </a:solidFill>
              </a:defRPr>
            </a:lvl2pPr>
            <a:lvl3pPr marL="457200" indent="0" algn="l">
              <a:spcAft>
                <a:spcPts val="1200"/>
              </a:spcAft>
              <a:buNone/>
              <a:defRPr sz="1800">
                <a:solidFill>
                  <a:schemeClr val="tx2"/>
                </a:solidFill>
              </a:defRPr>
            </a:lvl3pPr>
            <a:lvl4pPr marL="685800" indent="0" algn="l">
              <a:spcAft>
                <a:spcPts val="1200"/>
              </a:spcAft>
              <a:buNone/>
              <a:defRPr sz="1800">
                <a:solidFill>
                  <a:schemeClr val="tx2"/>
                </a:solidFill>
              </a:defRPr>
            </a:lvl4pPr>
            <a:lvl5pPr marL="914400" indent="0" algn="l">
              <a:spcAft>
                <a:spcPts val="1200"/>
              </a:spcAft>
              <a:buNone/>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3BE6FE2D-89F6-4F06-E60F-5C1CB044DC50}"/>
              </a:ext>
            </a:extLst>
          </p:cNvPr>
          <p:cNvSpPr>
            <a:spLocks noGrp="1"/>
          </p:cNvSpPr>
          <p:nvPr>
            <p:ph type="pic" sz="quarter" idx="14"/>
          </p:nvPr>
        </p:nvSpPr>
        <p:spPr>
          <a:xfrm>
            <a:off x="9042400" y="892176"/>
            <a:ext cx="2430462" cy="5073648"/>
          </a:xfrm>
        </p:spPr>
        <p:txBody>
          <a:bodyPr/>
          <a:lstStyle/>
          <a:p>
            <a:endParaRPr lang="en-US"/>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81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96BC47-DB6B-4A01-6575-4D14CAEB30E1}"/>
              </a:ext>
              <a:ext uri="{C183D7F6-B498-43B3-948B-1728B52AA6E4}">
                <adec:decorative xmlns:adec="http://schemas.microsoft.com/office/drawing/2017/decorative" val="1"/>
              </a:ext>
            </a:extLst>
          </p:cNvPr>
          <p:cNvSpPr/>
          <p:nvPr userDrawn="1"/>
        </p:nvSpPr>
        <p:spPr>
          <a:xfrm>
            <a:off x="1" y="0"/>
            <a:ext cx="4405568"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851400" y="586740"/>
            <a:ext cx="6643944" cy="1653540"/>
          </a:xfrm>
        </p:spPr>
        <p:txBody>
          <a:bodyPr anchor="ctr">
            <a:normAutofit/>
          </a:bodyPr>
          <a:lstStyle>
            <a:lvl1pPr marL="285750" indent="-285750">
              <a:spcAft>
                <a:spcPts val="600"/>
              </a:spcAft>
              <a:buFont typeface="Arial" panose="020B0604020202020204" pitchFamily="34" charset="0"/>
              <a:buChar char="•"/>
              <a:defRPr sz="1800">
                <a:solidFill>
                  <a:schemeClr val="tx2"/>
                </a:solidFill>
              </a:defRPr>
            </a:lvl1pPr>
            <a:lvl2pPr marL="228600" indent="0">
              <a:spcAft>
                <a:spcPts val="600"/>
              </a:spcAft>
              <a:buNone/>
              <a:defRPr sz="1800">
                <a:solidFill>
                  <a:schemeClr val="tx2"/>
                </a:solidFill>
              </a:defRPr>
            </a:lvl2pPr>
            <a:lvl3pPr>
              <a:spcAft>
                <a:spcPts val="600"/>
              </a:spcAft>
              <a:defRPr sz="1800"/>
            </a:lvl3pPr>
            <a:lvl4pPr>
              <a:spcAft>
                <a:spcPts val="600"/>
              </a:spcAft>
              <a:defRPr sz="1800"/>
            </a:lvl4pPr>
            <a:lvl5pPr>
              <a:spcAft>
                <a:spcPts val="600"/>
              </a:spcAft>
              <a:defRPr sz="1800"/>
            </a:lvl5pPr>
          </a:lstStyle>
          <a:p>
            <a:pPr lvl="0"/>
            <a:r>
              <a:rPr lang="en-US" dirty="0"/>
              <a:t>Click to add content</a:t>
            </a:r>
          </a:p>
          <a:p>
            <a:pPr lvl="1"/>
            <a:r>
              <a:rPr lang="en-US" dirty="0"/>
              <a:t>Second level</a:t>
            </a:r>
          </a:p>
        </p:txBody>
      </p:sp>
      <p:sp>
        <p:nvSpPr>
          <p:cNvPr id="6" name="Table Placeholder 5">
            <a:extLst>
              <a:ext uri="{FF2B5EF4-FFF2-40B4-BE49-F238E27FC236}">
                <a16:creationId xmlns:a16="http://schemas.microsoft.com/office/drawing/2014/main" id="{BE81C174-B581-A6F3-A3B5-8072C0050E9C}"/>
              </a:ext>
            </a:extLst>
          </p:cNvPr>
          <p:cNvSpPr>
            <a:spLocks noGrp="1"/>
          </p:cNvSpPr>
          <p:nvPr>
            <p:ph type="tbl" sz="quarter" idx="13"/>
          </p:nvPr>
        </p:nvSpPr>
        <p:spPr>
          <a:xfrm>
            <a:off x="4851400" y="2495074"/>
            <a:ext cx="6643944" cy="3776186"/>
          </a:xfrm>
        </p:spPr>
        <p:txBody>
          <a:bodyPr/>
          <a:lstStyle>
            <a:lvl1pPr>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US"/>
              <a:t>Click icon to add table</a:t>
            </a:r>
            <a:endParaRPr lang="en-US" dirty="0"/>
          </a:p>
        </p:txBody>
      </p:sp>
    </p:spTree>
    <p:extLst>
      <p:ext uri="{BB962C8B-B14F-4D97-AF65-F5344CB8AC3E}">
        <p14:creationId xmlns:p14="http://schemas.microsoft.com/office/powerpoint/2010/main" val="2927646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lumMod val="95000"/>
          </a:schemeClr>
        </a:solid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1287CC22-A7CC-E0D0-F44E-BA217E882E53}"/>
              </a:ext>
              <a:ext uri="{C183D7F6-B498-43B3-948B-1728B52AA6E4}">
                <adec:decorative xmlns:adec="http://schemas.microsoft.com/office/drawing/2017/decorative" val="1"/>
              </a:ext>
            </a:extLst>
          </p:cNvPr>
          <p:cNvSpPr/>
          <p:nvPr userDrawn="1"/>
        </p:nvSpPr>
        <p:spPr>
          <a:xfrm>
            <a:off x="0" y="0"/>
            <a:ext cx="6502400" cy="685800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3305842" y="867412"/>
            <a:ext cx="3196558" cy="5123178"/>
          </a:xfrm>
        </p:spPr>
        <p:txBody>
          <a:bodyPr>
            <a:normAutofit/>
          </a:bodyPr>
          <a:lstStyle>
            <a:lvl1pPr>
              <a:spcAft>
                <a:spcPts val="600"/>
              </a:spcAft>
              <a:defRPr sz="1800">
                <a:solidFill>
                  <a:schemeClr val="tx2"/>
                </a:solidFill>
              </a:defRPr>
            </a:lvl1pPr>
            <a:lvl2pPr>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6753224" y="867412"/>
            <a:ext cx="4742119" cy="5123178"/>
          </a:xfrm>
        </p:spPr>
        <p:txBody>
          <a:bodyPr>
            <a:normAutofit/>
          </a:bodyPr>
          <a:lstStyle>
            <a:lvl1pPr>
              <a:spcAft>
                <a:spcPts val="600"/>
              </a:spcAft>
              <a:defRPr sz="1800">
                <a:solidFill>
                  <a:schemeClr val="tx2"/>
                </a:solidFill>
              </a:defRPr>
            </a:lvl1pPr>
            <a:lvl2pPr>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707251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lumMod val="95000"/>
          </a:schemeClr>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AFFC437-DF02-7776-8224-91AD11D74BD6}"/>
              </a:ext>
              <a:ext uri="{C183D7F6-B498-43B3-948B-1728B52AA6E4}">
                <adec:decorative xmlns:adec="http://schemas.microsoft.com/office/drawing/2017/decorative" val="1"/>
              </a:ext>
            </a:extLst>
          </p:cNvPr>
          <p:cNvSpPr/>
          <p:nvPr userDrawn="1"/>
        </p:nvSpPr>
        <p:spPr>
          <a:xfrm>
            <a:off x="11405238" y="-4"/>
            <a:ext cx="786761"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B767E2A-FC6B-2D96-EF20-768A6E8BB6D9}"/>
              </a:ext>
              <a:ext uri="{C183D7F6-B498-43B3-948B-1728B52AA6E4}">
                <adec:decorative xmlns:adec="http://schemas.microsoft.com/office/drawing/2017/decorative" val="1"/>
              </a:ext>
            </a:extLst>
          </p:cNvPr>
          <p:cNvSpPr/>
          <p:nvPr userDrawn="1"/>
        </p:nvSpPr>
        <p:spPr>
          <a:xfrm>
            <a:off x="0" y="0"/>
            <a:ext cx="3063238"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71A79F2D-2D69-D1C7-FD7D-70C2EAE42085}"/>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4" name="Slide Number Placeholder 4">
            <a:extLst>
              <a:ext uri="{FF2B5EF4-FFF2-40B4-BE49-F238E27FC236}">
                <a16:creationId xmlns:a16="http://schemas.microsoft.com/office/drawing/2014/main" id="{405BE07A-FC17-07E2-4E28-5883FC2CAE76}"/>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5" name="Rectangle 14">
            <a:extLst>
              <a:ext uri="{FF2B5EF4-FFF2-40B4-BE49-F238E27FC236}">
                <a16:creationId xmlns:a16="http://schemas.microsoft.com/office/drawing/2014/main" id="{1B6D408C-2A4E-CEE1-5980-F9BC89383CA8}"/>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44E622ED-3DA5-D5E9-B688-B2000E522060}"/>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F1677B7-A20C-1A5D-301E-5B7DCAF1B61A}"/>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Content Placeholder 6">
            <a:extLst>
              <a:ext uri="{FF2B5EF4-FFF2-40B4-BE49-F238E27FC236}">
                <a16:creationId xmlns:a16="http://schemas.microsoft.com/office/drawing/2014/main" id="{A6AD29FD-92CC-65CC-1E8B-437A1E59A589}"/>
              </a:ext>
            </a:extLst>
          </p:cNvPr>
          <p:cNvSpPr>
            <a:spLocks noGrp="1"/>
          </p:cNvSpPr>
          <p:nvPr>
            <p:ph sz="quarter" idx="13" hasCustomPrompt="1"/>
          </p:nvPr>
        </p:nvSpPr>
        <p:spPr>
          <a:xfrm>
            <a:off x="3489960" y="892175"/>
            <a:ext cx="7482839" cy="5073650"/>
          </a:xfrm>
          <a:effectLst/>
        </p:spPr>
        <p:txBody>
          <a:bodyPr anchor="ctr">
            <a:normAutofit/>
          </a:bodyPr>
          <a:lstStyle>
            <a:lvl1pPr marL="0" indent="0" algn="l">
              <a:spcAft>
                <a:spcPts val="1200"/>
              </a:spcAft>
              <a:buNone/>
              <a:defRPr sz="2800">
                <a:solidFill>
                  <a:schemeClr val="tx2"/>
                </a:solidFill>
              </a:defRPr>
            </a:lvl1pPr>
            <a:lvl2pPr marL="228600" indent="0" algn="l">
              <a:spcAft>
                <a:spcPts val="1200"/>
              </a:spcAft>
              <a:buNone/>
              <a:defRPr sz="2800">
                <a:solidFill>
                  <a:schemeClr val="tx2"/>
                </a:solidFill>
              </a:defRPr>
            </a:lvl2pPr>
            <a:lvl3pPr marL="457200" indent="0" algn="l">
              <a:spcAft>
                <a:spcPts val="1200"/>
              </a:spcAft>
              <a:buNone/>
              <a:defRPr sz="2800">
                <a:solidFill>
                  <a:schemeClr val="tx2"/>
                </a:solidFill>
              </a:defRPr>
            </a:lvl3pPr>
            <a:lvl4pPr marL="685800" indent="0" algn="l">
              <a:spcAft>
                <a:spcPts val="1200"/>
              </a:spcAft>
              <a:buNone/>
              <a:defRPr sz="2800">
                <a:solidFill>
                  <a:schemeClr val="tx2"/>
                </a:solidFill>
              </a:defRPr>
            </a:lvl4pPr>
            <a:lvl5pPr marL="914400" indent="0" algn="l">
              <a:spcAft>
                <a:spcPts val="1200"/>
              </a:spcAft>
              <a:buNone/>
              <a:defRPr sz="2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5813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392207A-D227-5650-4C58-FA396957B724}"/>
              </a:ext>
              <a:ext uri="{C183D7F6-B498-43B3-948B-1728B52AA6E4}">
                <adec:decorative xmlns:adec="http://schemas.microsoft.com/office/drawing/2017/decorative" val="1"/>
              </a:ext>
            </a:extLst>
          </p:cNvPr>
          <p:cNvSpPr/>
          <p:nvPr userDrawn="1"/>
        </p:nvSpPr>
        <p:spPr>
          <a:xfrm>
            <a:off x="0" y="-5"/>
            <a:ext cx="1445866" cy="6858000"/>
          </a:xfrm>
          <a:custGeom>
            <a:avLst/>
            <a:gdLst>
              <a:gd name="connsiteX0" fmla="*/ 605303 w 1445866"/>
              <a:gd name="connsiteY0" fmla="*/ 6858000 h 6858000"/>
              <a:gd name="connsiteX1" fmla="*/ 233348 w 1445866"/>
              <a:gd name="connsiteY1" fmla="*/ 6858000 h 6858000"/>
              <a:gd name="connsiteX2" fmla="*/ 0 w 1445866"/>
              <a:gd name="connsiteY2" fmla="*/ 6858000 h 6858000"/>
              <a:gd name="connsiteX3" fmla="*/ 0 w 1445866"/>
              <a:gd name="connsiteY3" fmla="*/ 0 h 6858000"/>
              <a:gd name="connsiteX4" fmla="*/ 233348 w 1445866"/>
              <a:gd name="connsiteY4" fmla="*/ 0 h 6858000"/>
              <a:gd name="connsiteX5" fmla="*/ 605299 w 1445866"/>
              <a:gd name="connsiteY5" fmla="*/ 0 h 6858000"/>
              <a:gd name="connsiteX6" fmla="*/ 610635 w 1445866"/>
              <a:gd name="connsiteY6" fmla="*/ 1372 h 6858000"/>
              <a:gd name="connsiteX7" fmla="*/ 1445866 w 1445866"/>
              <a:gd name="connsiteY7" fmla="*/ 1136650 h 6858000"/>
              <a:gd name="connsiteX8" fmla="*/ 719850 w 1445866"/>
              <a:gd name="connsiteY8" fmla="*/ 2231955 h 6858000"/>
              <a:gd name="connsiteX9" fmla="*/ 555970 w 1445866"/>
              <a:gd name="connsiteY9" fmla="*/ 2282826 h 6858000"/>
              <a:gd name="connsiteX10" fmla="*/ 719850 w 1445866"/>
              <a:gd name="connsiteY10" fmla="*/ 2333697 h 6858000"/>
              <a:gd name="connsiteX11" fmla="*/ 1445866 w 1445866"/>
              <a:gd name="connsiteY11" fmla="*/ 3429001 h 6858000"/>
              <a:gd name="connsiteX12" fmla="*/ 719850 w 1445866"/>
              <a:gd name="connsiteY12" fmla="*/ 4524306 h 6858000"/>
              <a:gd name="connsiteX13" fmla="*/ 555972 w 1445866"/>
              <a:gd name="connsiteY13" fmla="*/ 4575176 h 6858000"/>
              <a:gd name="connsiteX14" fmla="*/ 719850 w 1445866"/>
              <a:gd name="connsiteY14" fmla="*/ 4626047 h 6858000"/>
              <a:gd name="connsiteX15" fmla="*/ 1445866 w 1445866"/>
              <a:gd name="connsiteY15" fmla="*/ 5721351 h 6858000"/>
              <a:gd name="connsiteX16" fmla="*/ 610635 w 1445866"/>
              <a:gd name="connsiteY16" fmla="*/ 685662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45866" h="6858000">
                <a:moveTo>
                  <a:pt x="605303" y="6858000"/>
                </a:moveTo>
                <a:lnTo>
                  <a:pt x="233348" y="6858000"/>
                </a:lnTo>
                <a:lnTo>
                  <a:pt x="0" y="6858000"/>
                </a:lnTo>
                <a:lnTo>
                  <a:pt x="0" y="0"/>
                </a:lnTo>
                <a:lnTo>
                  <a:pt x="233348" y="0"/>
                </a:lnTo>
                <a:lnTo>
                  <a:pt x="605299" y="0"/>
                </a:lnTo>
                <a:lnTo>
                  <a:pt x="610635" y="1372"/>
                </a:lnTo>
                <a:cubicBezTo>
                  <a:pt x="1094526" y="151878"/>
                  <a:pt x="1445866" y="603234"/>
                  <a:pt x="1445866" y="1136650"/>
                </a:cubicBezTo>
                <a:cubicBezTo>
                  <a:pt x="1445866" y="1629034"/>
                  <a:pt x="1146499" y="2051497"/>
                  <a:pt x="719850" y="2231955"/>
                </a:cubicBezTo>
                <a:lnTo>
                  <a:pt x="555970" y="2282826"/>
                </a:lnTo>
                <a:lnTo>
                  <a:pt x="719850" y="2333697"/>
                </a:lnTo>
                <a:cubicBezTo>
                  <a:pt x="1146499" y="2514154"/>
                  <a:pt x="1445866" y="2936617"/>
                  <a:pt x="1445866" y="3429001"/>
                </a:cubicBezTo>
                <a:cubicBezTo>
                  <a:pt x="1445866" y="3921385"/>
                  <a:pt x="1146499" y="4343848"/>
                  <a:pt x="719850" y="4524306"/>
                </a:cubicBezTo>
                <a:lnTo>
                  <a:pt x="555972" y="4575176"/>
                </a:lnTo>
                <a:lnTo>
                  <a:pt x="719850" y="4626047"/>
                </a:lnTo>
                <a:cubicBezTo>
                  <a:pt x="1146499" y="4806504"/>
                  <a:pt x="1445866" y="5228967"/>
                  <a:pt x="1445866" y="5721351"/>
                </a:cubicBezTo>
                <a:cubicBezTo>
                  <a:pt x="1445866" y="6254767"/>
                  <a:pt x="1094526" y="6706123"/>
                  <a:pt x="610635" y="6856629"/>
                </a:cubicBez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3" name="Freeform: Shape 2">
            <a:extLst>
              <a:ext uri="{FF2B5EF4-FFF2-40B4-BE49-F238E27FC236}">
                <a16:creationId xmlns:a16="http://schemas.microsoft.com/office/drawing/2014/main" id="{123BCBAF-4668-B2E6-7681-7E02428B4392}"/>
              </a:ext>
              <a:ext uri="{C183D7F6-B498-43B3-948B-1728B52AA6E4}">
                <adec:decorative xmlns:adec="http://schemas.microsoft.com/office/drawing/2017/decorative" val="1"/>
              </a:ext>
            </a:extLst>
          </p:cNvPr>
          <p:cNvSpPr/>
          <p:nvPr userDrawn="1"/>
        </p:nvSpPr>
        <p:spPr>
          <a:xfrm rot="10800000">
            <a:off x="10746134" y="-4"/>
            <a:ext cx="1445866" cy="6858000"/>
          </a:xfrm>
          <a:custGeom>
            <a:avLst/>
            <a:gdLst>
              <a:gd name="connsiteX0" fmla="*/ 605303 w 1445866"/>
              <a:gd name="connsiteY0" fmla="*/ 6858000 h 6858000"/>
              <a:gd name="connsiteX1" fmla="*/ 233348 w 1445866"/>
              <a:gd name="connsiteY1" fmla="*/ 6858000 h 6858000"/>
              <a:gd name="connsiteX2" fmla="*/ 0 w 1445866"/>
              <a:gd name="connsiteY2" fmla="*/ 6858000 h 6858000"/>
              <a:gd name="connsiteX3" fmla="*/ 0 w 1445866"/>
              <a:gd name="connsiteY3" fmla="*/ 0 h 6858000"/>
              <a:gd name="connsiteX4" fmla="*/ 233348 w 1445866"/>
              <a:gd name="connsiteY4" fmla="*/ 0 h 6858000"/>
              <a:gd name="connsiteX5" fmla="*/ 605299 w 1445866"/>
              <a:gd name="connsiteY5" fmla="*/ 0 h 6858000"/>
              <a:gd name="connsiteX6" fmla="*/ 610635 w 1445866"/>
              <a:gd name="connsiteY6" fmla="*/ 1372 h 6858000"/>
              <a:gd name="connsiteX7" fmla="*/ 1445866 w 1445866"/>
              <a:gd name="connsiteY7" fmla="*/ 1136650 h 6858000"/>
              <a:gd name="connsiteX8" fmla="*/ 719850 w 1445866"/>
              <a:gd name="connsiteY8" fmla="*/ 2231955 h 6858000"/>
              <a:gd name="connsiteX9" fmla="*/ 555970 w 1445866"/>
              <a:gd name="connsiteY9" fmla="*/ 2282826 h 6858000"/>
              <a:gd name="connsiteX10" fmla="*/ 719850 w 1445866"/>
              <a:gd name="connsiteY10" fmla="*/ 2333697 h 6858000"/>
              <a:gd name="connsiteX11" fmla="*/ 1445866 w 1445866"/>
              <a:gd name="connsiteY11" fmla="*/ 3429001 h 6858000"/>
              <a:gd name="connsiteX12" fmla="*/ 719850 w 1445866"/>
              <a:gd name="connsiteY12" fmla="*/ 4524306 h 6858000"/>
              <a:gd name="connsiteX13" fmla="*/ 555972 w 1445866"/>
              <a:gd name="connsiteY13" fmla="*/ 4575176 h 6858000"/>
              <a:gd name="connsiteX14" fmla="*/ 719850 w 1445866"/>
              <a:gd name="connsiteY14" fmla="*/ 4626047 h 6858000"/>
              <a:gd name="connsiteX15" fmla="*/ 1445866 w 1445866"/>
              <a:gd name="connsiteY15" fmla="*/ 5721351 h 6858000"/>
              <a:gd name="connsiteX16" fmla="*/ 610635 w 1445866"/>
              <a:gd name="connsiteY16" fmla="*/ 685662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45866" h="6858000">
                <a:moveTo>
                  <a:pt x="605303" y="6858000"/>
                </a:moveTo>
                <a:lnTo>
                  <a:pt x="233348" y="6858000"/>
                </a:lnTo>
                <a:lnTo>
                  <a:pt x="0" y="6858000"/>
                </a:lnTo>
                <a:lnTo>
                  <a:pt x="0" y="0"/>
                </a:lnTo>
                <a:lnTo>
                  <a:pt x="233348" y="0"/>
                </a:lnTo>
                <a:lnTo>
                  <a:pt x="605299" y="0"/>
                </a:lnTo>
                <a:lnTo>
                  <a:pt x="610635" y="1372"/>
                </a:lnTo>
                <a:cubicBezTo>
                  <a:pt x="1094526" y="151878"/>
                  <a:pt x="1445866" y="603234"/>
                  <a:pt x="1445866" y="1136650"/>
                </a:cubicBezTo>
                <a:cubicBezTo>
                  <a:pt x="1445866" y="1629034"/>
                  <a:pt x="1146499" y="2051497"/>
                  <a:pt x="719850" y="2231955"/>
                </a:cubicBezTo>
                <a:lnTo>
                  <a:pt x="555970" y="2282826"/>
                </a:lnTo>
                <a:lnTo>
                  <a:pt x="719850" y="2333697"/>
                </a:lnTo>
                <a:cubicBezTo>
                  <a:pt x="1146499" y="2514154"/>
                  <a:pt x="1445866" y="2936617"/>
                  <a:pt x="1445866" y="3429001"/>
                </a:cubicBezTo>
                <a:cubicBezTo>
                  <a:pt x="1445866" y="3921385"/>
                  <a:pt x="1146499" y="4343848"/>
                  <a:pt x="719850" y="4524306"/>
                </a:cubicBezTo>
                <a:lnTo>
                  <a:pt x="555972" y="4575176"/>
                </a:lnTo>
                <a:lnTo>
                  <a:pt x="719850" y="4626047"/>
                </a:lnTo>
                <a:cubicBezTo>
                  <a:pt x="1146499" y="4806504"/>
                  <a:pt x="1445866" y="5228967"/>
                  <a:pt x="1445866" y="5721351"/>
                </a:cubicBezTo>
                <a:cubicBezTo>
                  <a:pt x="1445866" y="6254767"/>
                  <a:pt x="1094526" y="6706123"/>
                  <a:pt x="610635" y="6856629"/>
                </a:cubicBez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6" name="Straight Connector 5">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userDrawn="1"/>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userDrawn="1"/>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86423"/>
            <a:ext cx="7156415" cy="1740548"/>
          </a:xfrm>
        </p:spPr>
        <p:txBody>
          <a:bodyPr anchor="b">
            <a:noAutofit/>
          </a:bodyPr>
          <a:lstStyle>
            <a:lvl1pPr algn="ctr">
              <a:defRPr sz="4000">
                <a:solidFill>
                  <a:schemeClr val="tx2"/>
                </a:solidFill>
              </a:defRPr>
            </a:lvl1pPr>
          </a:lstStyle>
          <a:p>
            <a:r>
              <a:rPr lang="en-US" dirty="0"/>
              <a:t>Click to Add title</a:t>
            </a:r>
          </a:p>
        </p:txBody>
      </p:sp>
      <p:sp>
        <p:nvSpPr>
          <p:cNvPr id="11" name="Content Placeholder 6">
            <a:extLst>
              <a:ext uri="{FF2B5EF4-FFF2-40B4-BE49-F238E27FC236}">
                <a16:creationId xmlns:a16="http://schemas.microsoft.com/office/drawing/2014/main" id="{3DD99B65-6C51-CA99-9872-6FD254075A80}"/>
              </a:ext>
            </a:extLst>
          </p:cNvPr>
          <p:cNvSpPr>
            <a:spLocks noGrp="1"/>
          </p:cNvSpPr>
          <p:nvPr>
            <p:ph sz="quarter" idx="13" hasCustomPrompt="1"/>
          </p:nvPr>
        </p:nvSpPr>
        <p:spPr>
          <a:xfrm>
            <a:off x="3521271" y="3670658"/>
            <a:ext cx="5149459" cy="1510939"/>
          </a:xfrm>
        </p:spPr>
        <p:txBody>
          <a:bodyPr lIns="182880">
            <a:noAutofit/>
          </a:bodyPr>
          <a:lstStyle>
            <a:lvl1pPr marL="0" indent="0" algn="ctr">
              <a:lnSpc>
                <a:spcPct val="150000"/>
              </a:lnSpc>
              <a:spcBef>
                <a:spcPts val="0"/>
              </a:spcBef>
              <a:buNone/>
              <a:defRPr sz="2000">
                <a:solidFill>
                  <a:schemeClr val="tx2"/>
                </a:solidFill>
              </a:defRPr>
            </a:lvl1pPr>
            <a:lvl2pPr marL="228600" indent="0" algn="ctr">
              <a:buNone/>
              <a:defRPr sz="2000"/>
            </a:lvl2pPr>
            <a:lvl3pPr marL="457200" indent="0" algn="ctr">
              <a:buNone/>
              <a:defRPr sz="2000"/>
            </a:lvl3pPr>
            <a:lvl4pPr marL="685800" indent="0" algn="ctr">
              <a:buNone/>
              <a:defRPr sz="2000"/>
            </a:lvl4pPr>
            <a:lvl5pPr marL="914400" indent="0" algn="ctr">
              <a:buNone/>
              <a:defRPr sz="2000"/>
            </a:lvl5pPr>
          </a:lstStyle>
          <a:p>
            <a:pPr lvl="0"/>
            <a:r>
              <a:rPr lang="en-US" dirty="0"/>
              <a:t>Click to add content</a:t>
            </a:r>
          </a:p>
        </p:txBody>
      </p:sp>
    </p:spTree>
    <p:extLst>
      <p:ext uri="{BB962C8B-B14F-4D97-AF65-F5344CB8AC3E}">
        <p14:creationId xmlns:p14="http://schemas.microsoft.com/office/powerpoint/2010/main" val="1512516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noFill/>
          <a:ln w="31750" cap="sq">
            <a:no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F9B8B6D2-5532-4B59-9C5A-AB106F128946}" type="datetime1">
              <a:rPr lang="en-US" smtClean="0"/>
              <a:t>8/17/2024</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38" r:id="rId1"/>
    <p:sldLayoutId id="2147483730" r:id="rId2"/>
    <p:sldLayoutId id="2147483747" r:id="rId3"/>
    <p:sldLayoutId id="2147483748" r:id="rId4"/>
    <p:sldLayoutId id="2147483708" r:id="rId5"/>
    <p:sldLayoutId id="2147483746" r:id="rId6"/>
    <p:sldLayoutId id="2147483725" r:id="rId7"/>
    <p:sldLayoutId id="2147483742" r:id="rId8"/>
    <p:sldLayoutId id="2147483736" r:id="rId9"/>
    <p:sldLayoutId id="2147483745" r:id="rId10"/>
    <p:sldLayoutId id="2147483741" r:id="rId11"/>
    <p:sldLayoutId id="2147483718" r:id="rId12"/>
    <p:sldLayoutId id="2147483737"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0423-92ED-41A8-B13E-ED2A99FC380C}"/>
              </a:ext>
            </a:extLst>
          </p:cNvPr>
          <p:cNvSpPr>
            <a:spLocks noGrp="1"/>
          </p:cNvSpPr>
          <p:nvPr>
            <p:ph type="title"/>
          </p:nvPr>
        </p:nvSpPr>
        <p:spPr>
          <a:xfrm>
            <a:off x="2527301" y="1748633"/>
            <a:ext cx="7156415" cy="3360734"/>
          </a:xfrm>
          <a:noFill/>
          <a:ln w="38100" cap="sq">
            <a:noFill/>
            <a:miter lim="800000"/>
          </a:ln>
        </p:spPr>
        <p:txBody>
          <a:bodyPr lIns="0" rIns="0" anchor="ctr" anchorCtr="0">
            <a:normAutofit/>
          </a:bodyPr>
          <a:lstStyle/>
          <a:p>
            <a:r>
              <a:rPr lang="en-US" dirty="0"/>
              <a:t>Adult Census Income Prediction Model</a:t>
            </a:r>
          </a:p>
        </p:txBody>
      </p:sp>
    </p:spTree>
    <p:extLst>
      <p:ext uri="{BB962C8B-B14F-4D97-AF65-F5344CB8AC3E}">
        <p14:creationId xmlns:p14="http://schemas.microsoft.com/office/powerpoint/2010/main" val="240106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rot="16200000">
            <a:off x="-1749423" y="2290758"/>
            <a:ext cx="6276974" cy="2276477"/>
          </a:xfrm>
        </p:spPr>
        <p:txBody>
          <a:bodyPr tIns="0" anchor="ctr">
            <a:noAutofit/>
          </a:bodyPr>
          <a:lstStyle/>
          <a:p>
            <a:r>
              <a:rPr lang="en-US" sz="3200" dirty="0"/>
              <a:t>A Guide to Building an Adult Census Income Prediction Model</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sz="quarter" idx="13"/>
          </p:nvPr>
        </p:nvSpPr>
        <p:spPr>
          <a:xfrm>
            <a:off x="4851400" y="892175"/>
            <a:ext cx="6617592" cy="5073650"/>
          </a:xfrm>
        </p:spPr>
        <p:txBody>
          <a:bodyPr vert="horz" lIns="91440" tIns="45720" rIns="91440" bIns="45720" rtlCol="0" anchor="ctr">
            <a:normAutofit/>
          </a:bodyPr>
          <a:lstStyle/>
          <a:p>
            <a:r>
              <a:rPr lang="en-US" dirty="0"/>
              <a:t>We will examine how to develop a strong Adult Census Income Prediction model step-by-step in this low-level document. We will cover all aspects of the procedure, from data collection to model evaluation, to help in creating a trustworthy model to forecast income level.</a:t>
            </a:r>
          </a:p>
          <a:p>
            <a:pPr algn="ctr"/>
            <a:r>
              <a:rPr lang="en-US" dirty="0"/>
              <a:t>                                                       By, </a:t>
            </a:r>
          </a:p>
          <a:p>
            <a:pPr algn="r"/>
            <a:r>
              <a:rPr lang="en-US" sz="1600" spc="300" dirty="0"/>
              <a:t>Deepika Sahu</a:t>
            </a:r>
          </a:p>
          <a:p>
            <a:pPr algn="r"/>
            <a:r>
              <a:rPr lang="en-US" sz="1600" spc="300" dirty="0"/>
              <a:t>Soumya Patel</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rot="16200000">
            <a:off x="-1749423" y="2290758"/>
            <a:ext cx="6276974" cy="2276477"/>
          </a:xfrm>
        </p:spPr>
        <p:txBody>
          <a:bodyPr tIns="0" anchor="ctr">
            <a:noAutofit/>
          </a:bodyPr>
          <a:lstStyle/>
          <a:p>
            <a:r>
              <a:rPr lang="en-US"/>
              <a:t>AGENDA</a:t>
            </a:r>
            <a:endParaRPr lang="en-US" dirty="0"/>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sz="quarter" idx="13"/>
          </p:nvPr>
        </p:nvSpPr>
        <p:spPr>
          <a:xfrm>
            <a:off x="5372100" y="892175"/>
            <a:ext cx="3461659" cy="5073650"/>
          </a:xfrm>
        </p:spPr>
        <p:txBody>
          <a:bodyPr vert="horz" lIns="91440" tIns="45720" rIns="91440" bIns="45720" rtlCol="0" anchor="ctr">
            <a:normAutofit/>
          </a:bodyPr>
          <a:lstStyle/>
          <a:p>
            <a:r>
              <a:rPr lang="en-US" dirty="0"/>
              <a:t>.Data Collection and Preprocessing</a:t>
            </a:r>
          </a:p>
          <a:p>
            <a:r>
              <a:rPr lang="en-US" dirty="0"/>
              <a:t>.Model Selection and Training</a:t>
            </a:r>
          </a:p>
          <a:p>
            <a:r>
              <a:rPr lang="en-US" dirty="0"/>
              <a:t>.Model Evaluation</a:t>
            </a:r>
          </a:p>
          <a:p>
            <a:r>
              <a:rPr lang="en-US" dirty="0"/>
              <a:t>.Prediction Results</a:t>
            </a:r>
          </a:p>
          <a:p>
            <a:r>
              <a:rPr lang="en-US" dirty="0"/>
              <a:t>.Conclusion</a:t>
            </a:r>
          </a:p>
        </p:txBody>
      </p:sp>
    </p:spTree>
    <p:extLst>
      <p:ext uri="{BB962C8B-B14F-4D97-AF65-F5344CB8AC3E}">
        <p14:creationId xmlns:p14="http://schemas.microsoft.com/office/powerpoint/2010/main" val="1929784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Skyscrapers in city">
            <a:extLst>
              <a:ext uri="{FF2B5EF4-FFF2-40B4-BE49-F238E27FC236}">
                <a16:creationId xmlns:a16="http://schemas.microsoft.com/office/drawing/2014/main" id="{D0DCDC9B-472C-817C-9672-435D418D2329}"/>
              </a:ext>
            </a:extLst>
          </p:cNvPr>
          <p:cNvPicPr>
            <a:picLocks noGrp="1" noChangeAspect="1"/>
          </p:cNvPicPr>
          <p:nvPr>
            <p:ph type="pic" sz="quarter" idx="10"/>
          </p:nvPr>
        </p:nvPicPr>
        <p:blipFill>
          <a:blip r:embed="rId3" cstate="print">
            <a:duotone>
              <a:schemeClr val="accent3">
                <a:shade val="45000"/>
                <a:satMod val="135000"/>
              </a:schemeClr>
              <a:prstClr val="white"/>
            </a:duotone>
            <a:alphaModFix amt="35000"/>
            <a:extLst>
              <a:ext uri="{28A0092B-C50C-407E-A947-70E740481C1C}">
                <a14:useLocalDpi xmlns:a14="http://schemas.microsoft.com/office/drawing/2010/main"/>
              </a:ext>
            </a:extLst>
          </a:blip>
          <a:srcRect/>
          <a:stretch/>
        </p:blipFill>
        <p:spPr>
          <a:xfrm>
            <a:off x="2" y="0"/>
            <a:ext cx="12191999" cy="6858000"/>
          </a:xfrm>
        </p:spPr>
      </p:pic>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2527301" y="1747287"/>
            <a:ext cx="7156415" cy="3363427"/>
          </a:xfrm>
        </p:spPr>
        <p:txBody>
          <a:bodyPr/>
          <a:lstStyle/>
          <a:p>
            <a:r>
              <a:rPr lang="en-US" dirty="0"/>
              <a:t>Data Collection and Preprocessing</a:t>
            </a:r>
          </a:p>
        </p:txBody>
      </p:sp>
      <p:grpSp>
        <p:nvGrpSpPr>
          <p:cNvPr id="3" name="Group 2">
            <a:extLst>
              <a:ext uri="{FF2B5EF4-FFF2-40B4-BE49-F238E27FC236}">
                <a16:creationId xmlns:a16="http://schemas.microsoft.com/office/drawing/2014/main" id="{46D42DF4-FFE2-7AFF-4B36-222051AD8674}"/>
              </a:ext>
              <a:ext uri="{C183D7F6-B498-43B3-948B-1728B52AA6E4}">
                <adec:decorative xmlns:adec="http://schemas.microsoft.com/office/drawing/2017/decorative" val="1"/>
              </a:ext>
            </a:extLst>
          </p:cNvPr>
          <p:cNvGrpSpPr/>
          <p:nvPr/>
        </p:nvGrpSpPr>
        <p:grpSpPr>
          <a:xfrm>
            <a:off x="250825" y="254794"/>
            <a:ext cx="11690350" cy="6367462"/>
            <a:chOff x="250825" y="254794"/>
            <a:chExt cx="11690350" cy="6367462"/>
          </a:xfrm>
        </p:grpSpPr>
        <p:sp>
          <p:nvSpPr>
            <p:cNvPr id="6" name="Rectangle 5">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7" name="Straight Connector 6">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4679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rot="16200000">
            <a:off x="-1749423" y="2290758"/>
            <a:ext cx="6276974" cy="2276477"/>
          </a:xfrm>
        </p:spPr>
        <p:txBody>
          <a:bodyPr/>
          <a:lstStyle/>
          <a:p>
            <a:r>
              <a:rPr lang="en-US" dirty="0"/>
              <a:t>Data Collection and Preprocessing</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4465411" y="765810"/>
            <a:ext cx="7029933" cy="2471470"/>
          </a:xfrm>
        </p:spPr>
        <p:txBody>
          <a:bodyPr vert="horz" lIns="91440" tIns="45720" rIns="91440" bIns="45720" rtlCol="0" anchor="t">
            <a:normAutofit/>
          </a:bodyPr>
          <a:lstStyle/>
          <a:p>
            <a:r>
              <a:rPr lang="en-US" b="1" dirty="0"/>
              <a:t>Data Collection</a:t>
            </a:r>
          </a:p>
          <a:p>
            <a:pPr lvl="1"/>
            <a:r>
              <a:rPr lang="en-US" dirty="0"/>
              <a:t>Gathering relevant data from multiple sources is the first stage in creating a prediction model. The Adult Census Income Prediction model requires a number of data points, including age, capital gain, occupation, and </a:t>
            </a:r>
            <a:r>
              <a:rPr lang="en-US" dirty="0" err="1"/>
              <a:t>workclass</a:t>
            </a:r>
            <a:r>
              <a:rPr lang="en-US" dirty="0"/>
              <a:t>. All of the values for the various categories must be present and clean for the data to be considered legitimate.</a:t>
            </a:r>
          </a:p>
          <a:p>
            <a:pPr lvl="1"/>
            <a:endParaRPr lang="en-US" dirty="0"/>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sz="half" idx="14"/>
          </p:nvPr>
        </p:nvSpPr>
        <p:spPr>
          <a:xfrm>
            <a:off x="4465410" y="3829050"/>
            <a:ext cx="7029933" cy="2471470"/>
          </a:xfrm>
        </p:spPr>
        <p:txBody>
          <a:bodyPr vert="horz" lIns="91440" tIns="45720" rIns="91440" bIns="45720" rtlCol="0" anchor="t">
            <a:normAutofit/>
          </a:bodyPr>
          <a:lstStyle/>
          <a:p>
            <a:r>
              <a:rPr lang="en-US" b="1" dirty="0"/>
              <a:t>Data Preprocessing</a:t>
            </a:r>
          </a:p>
          <a:p>
            <a:pPr lvl="1"/>
            <a:r>
              <a:rPr lang="en-US" dirty="0"/>
              <a:t>Data collection is followed by preprocessing. Data </a:t>
            </a:r>
            <a:r>
              <a:rPr lang="en-US" dirty="0" err="1"/>
              <a:t>normalisation</a:t>
            </a:r>
            <a:r>
              <a:rPr lang="en-US" dirty="0"/>
              <a:t>, data transformation, and data cleansing are all included in this. This stage reduces potential flaws in the model's predictions by </a:t>
            </a:r>
            <a:r>
              <a:rPr lang="en-US" dirty="0" err="1"/>
              <a:t>standardising</a:t>
            </a:r>
            <a:r>
              <a:rPr lang="en-US" dirty="0"/>
              <a:t> and eliminating inaccuracies from the data, making it easier to work with.</a:t>
            </a:r>
          </a:p>
          <a:p>
            <a:pPr lvl="1"/>
            <a:endParaRPr lang="en-US" dirty="0"/>
          </a:p>
        </p:txBody>
      </p:sp>
    </p:spTree>
    <p:extLst>
      <p:ext uri="{BB962C8B-B14F-4D97-AF65-F5344CB8AC3E}">
        <p14:creationId xmlns:p14="http://schemas.microsoft.com/office/powerpoint/2010/main" val="2563119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2527301" y="1786422"/>
            <a:ext cx="7156415" cy="2536196"/>
          </a:xfrm>
        </p:spPr>
        <p:txBody>
          <a:bodyPr/>
          <a:lstStyle/>
          <a:p>
            <a:r>
              <a:rPr lang="en-US" dirty="0"/>
              <a:t>Model Selection and Training</a:t>
            </a:r>
          </a:p>
        </p:txBody>
      </p:sp>
    </p:spTree>
    <p:extLst>
      <p:ext uri="{BB962C8B-B14F-4D97-AF65-F5344CB8AC3E}">
        <p14:creationId xmlns:p14="http://schemas.microsoft.com/office/powerpoint/2010/main" val="24819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674DE4-E247-6221-003F-F5EDF18C756B}"/>
              </a:ext>
            </a:extLst>
          </p:cNvPr>
          <p:cNvSpPr>
            <a:spLocks noGrp="1"/>
          </p:cNvSpPr>
          <p:nvPr>
            <p:ph type="title"/>
          </p:nvPr>
        </p:nvSpPr>
        <p:spPr>
          <a:xfrm rot="16200000">
            <a:off x="-1749423" y="2290758"/>
            <a:ext cx="6276974" cy="2276477"/>
          </a:xfrm>
        </p:spPr>
        <p:txBody>
          <a:bodyPr/>
          <a:lstStyle/>
          <a:p>
            <a:r>
              <a:rPr lang="en-US" dirty="0"/>
              <a:t>Model Selection and Training</a:t>
            </a:r>
          </a:p>
        </p:txBody>
      </p:sp>
      <p:graphicFrame>
        <p:nvGraphicFramePr>
          <p:cNvPr id="10" name="Content Placeholder 9">
            <a:extLst>
              <a:ext uri="{FF2B5EF4-FFF2-40B4-BE49-F238E27FC236}">
                <a16:creationId xmlns:a16="http://schemas.microsoft.com/office/drawing/2014/main" id="{062807B7-9B72-F017-77BA-CB7D99E0EBB9}"/>
              </a:ext>
            </a:extLst>
          </p:cNvPr>
          <p:cNvGraphicFramePr>
            <a:graphicFrameLocks noGrp="1"/>
          </p:cNvGraphicFramePr>
          <p:nvPr>
            <p:ph sz="half" idx="2"/>
            <p:extLst>
              <p:ext uri="{D42A27DB-BD31-4B8C-83A1-F6EECF244321}">
                <p14:modId xmlns:p14="http://schemas.microsoft.com/office/powerpoint/2010/main" val="4227702767"/>
              </p:ext>
            </p:extLst>
          </p:nvPr>
        </p:nvGraphicFramePr>
        <p:xfrm>
          <a:off x="3352801" y="434930"/>
          <a:ext cx="6850760" cy="4690022"/>
        </p:xfrm>
        <a:graphic>
          <a:graphicData uri="http://schemas.openxmlformats.org/drawingml/2006/table">
            <a:tbl>
              <a:tblPr firstRow="1" bandRow="1">
                <a:tableStyleId>{8799B23B-EC83-4686-B30A-512413B5E67A}</a:tableStyleId>
              </a:tblPr>
              <a:tblGrid>
                <a:gridCol w="2349909">
                  <a:extLst>
                    <a:ext uri="{9D8B030D-6E8A-4147-A177-3AD203B41FA5}">
                      <a16:colId xmlns:a16="http://schemas.microsoft.com/office/drawing/2014/main" val="3675054920"/>
                    </a:ext>
                  </a:extLst>
                </a:gridCol>
                <a:gridCol w="2192593">
                  <a:extLst>
                    <a:ext uri="{9D8B030D-6E8A-4147-A177-3AD203B41FA5}">
                      <a16:colId xmlns:a16="http://schemas.microsoft.com/office/drawing/2014/main" val="1011741957"/>
                    </a:ext>
                  </a:extLst>
                </a:gridCol>
                <a:gridCol w="2308258">
                  <a:extLst>
                    <a:ext uri="{9D8B030D-6E8A-4147-A177-3AD203B41FA5}">
                      <a16:colId xmlns:a16="http://schemas.microsoft.com/office/drawing/2014/main" val="2558394711"/>
                    </a:ext>
                  </a:extLst>
                </a:gridCol>
              </a:tblGrid>
              <a:tr h="636182">
                <a:tc>
                  <a:txBody>
                    <a:bodyPr/>
                    <a:lstStyle/>
                    <a:p>
                      <a:pPr algn="ctr"/>
                      <a:r>
                        <a:rPr lang="en-IN" dirty="0"/>
                        <a:t>Model Type</a:t>
                      </a:r>
                    </a:p>
                  </a:txBody>
                  <a:tcPr/>
                </a:tc>
                <a:tc>
                  <a:txBody>
                    <a:bodyPr/>
                    <a:lstStyle/>
                    <a:p>
                      <a:pPr algn="ctr"/>
                      <a:r>
                        <a:rPr lang="en-IN" dirty="0"/>
                        <a:t>Advantages</a:t>
                      </a:r>
                    </a:p>
                  </a:txBody>
                  <a:tcPr/>
                </a:tc>
                <a:tc>
                  <a:txBody>
                    <a:bodyPr/>
                    <a:lstStyle/>
                    <a:p>
                      <a:pPr algn="ctr"/>
                      <a:r>
                        <a:rPr lang="en-IN" dirty="0"/>
                        <a:t>Disadvantages</a:t>
                      </a:r>
                    </a:p>
                  </a:txBody>
                  <a:tcPr/>
                </a:tc>
                <a:extLst>
                  <a:ext uri="{0D108BD9-81ED-4DB2-BD59-A6C34878D82A}">
                    <a16:rowId xmlns:a16="http://schemas.microsoft.com/office/drawing/2014/main" val="2621513107"/>
                  </a:ext>
                </a:extLst>
              </a:tr>
              <a:tr h="705260">
                <a:tc>
                  <a:txBody>
                    <a:bodyPr/>
                    <a:lstStyle/>
                    <a:p>
                      <a:r>
                        <a:rPr lang="en-IN" dirty="0"/>
                        <a:t>Random Forest</a:t>
                      </a:r>
                    </a:p>
                  </a:txBody>
                  <a:tcPr/>
                </a:tc>
                <a:tc>
                  <a:txBody>
                    <a:bodyPr/>
                    <a:lstStyle/>
                    <a:p>
                      <a:r>
                        <a:rPr lang="en-US" sz="1100" b="0" i="0" kern="1200" dirty="0">
                          <a:solidFill>
                            <a:schemeClr val="tx1"/>
                          </a:solidFill>
                          <a:effectLst/>
                          <a:latin typeface="+mn-lt"/>
                          <a:ea typeface="+mn-ea"/>
                          <a:cs typeface="+mn-cs"/>
                        </a:rPr>
                        <a:t>Random forests are highly accurate and powerful. They are easy to use, interpret and visualize.</a:t>
                      </a:r>
                    </a:p>
                    <a:p>
                      <a:endParaRPr lang="en-IN" sz="1100" dirty="0"/>
                    </a:p>
                  </a:txBody>
                  <a:tcPr/>
                </a:tc>
                <a:tc>
                  <a:txBody>
                    <a:bodyPr/>
                    <a:lstStyle/>
                    <a:p>
                      <a:r>
                        <a:rPr lang="en-US" sz="1100" b="0" i="0" kern="1200" dirty="0">
                          <a:solidFill>
                            <a:schemeClr val="tx1"/>
                          </a:solidFill>
                          <a:effectLst/>
                          <a:latin typeface="+mn-lt"/>
                          <a:ea typeface="+mn-ea"/>
                          <a:cs typeface="+mn-cs"/>
                        </a:rPr>
                        <a:t>A more accurate prediction requires more trees, which results in a slower model.</a:t>
                      </a:r>
                      <a:endParaRPr lang="en-IN" sz="1100" dirty="0"/>
                    </a:p>
                  </a:txBody>
                  <a:tcPr/>
                </a:tc>
                <a:extLst>
                  <a:ext uri="{0D108BD9-81ED-4DB2-BD59-A6C34878D82A}">
                    <a16:rowId xmlns:a16="http://schemas.microsoft.com/office/drawing/2014/main" val="820697201"/>
                  </a:ext>
                </a:extLst>
              </a:tr>
              <a:tr h="636182">
                <a:tc>
                  <a:txBody>
                    <a:bodyPr/>
                    <a:lstStyle/>
                    <a:p>
                      <a:r>
                        <a:rPr lang="en-IN" dirty="0" err="1"/>
                        <a:t>GaussianNB</a:t>
                      </a:r>
                      <a:endParaRPr lang="en-IN" dirty="0"/>
                    </a:p>
                  </a:txBody>
                  <a:tcPr/>
                </a:tc>
                <a:tc>
                  <a:txBody>
                    <a:bodyPr/>
                    <a:lstStyle/>
                    <a:p>
                      <a:r>
                        <a:rPr lang="en-US" sz="1200" b="0" i="0" kern="1200" dirty="0">
                          <a:solidFill>
                            <a:schemeClr val="tx1"/>
                          </a:solidFill>
                          <a:effectLst/>
                          <a:latin typeface="+mn-lt"/>
                          <a:ea typeface="+mn-ea"/>
                          <a:cs typeface="+mn-cs"/>
                        </a:rPr>
                        <a:t>Simplicity, efficiency in training, and works well with high-dimensional data.</a:t>
                      </a:r>
                      <a:endParaRPr lang="en-IN" sz="1200" dirty="0"/>
                    </a:p>
                  </a:txBody>
                  <a:tcPr/>
                </a:tc>
                <a:tc>
                  <a:txBody>
                    <a:bodyPr/>
                    <a:lstStyle/>
                    <a:p>
                      <a:r>
                        <a:rPr lang="en-US" sz="1200" b="0" i="0" kern="1200" dirty="0">
                          <a:solidFill>
                            <a:schemeClr val="tx1"/>
                          </a:solidFill>
                          <a:effectLst/>
                          <a:latin typeface="+mn-lt"/>
                          <a:ea typeface="+mn-ea"/>
                          <a:cs typeface="+mn-cs"/>
                        </a:rPr>
                        <a:t>Assumes feature independence, can lead to biased estimates.</a:t>
                      </a:r>
                      <a:endParaRPr lang="en-IN" sz="1200" dirty="0"/>
                    </a:p>
                  </a:txBody>
                  <a:tcPr/>
                </a:tc>
                <a:extLst>
                  <a:ext uri="{0D108BD9-81ED-4DB2-BD59-A6C34878D82A}">
                    <a16:rowId xmlns:a16="http://schemas.microsoft.com/office/drawing/2014/main" val="95420803"/>
                  </a:ext>
                </a:extLst>
              </a:tr>
              <a:tr h="636182">
                <a:tc>
                  <a:txBody>
                    <a:bodyPr/>
                    <a:lstStyle/>
                    <a:p>
                      <a:r>
                        <a:rPr lang="en-IN" dirty="0" err="1"/>
                        <a:t>DesicionTreeClassifier</a:t>
                      </a:r>
                      <a:endParaRPr lang="en-IN" dirty="0"/>
                    </a:p>
                  </a:txBody>
                  <a:tcPr/>
                </a:tc>
                <a:tc>
                  <a:txBody>
                    <a:bodyPr/>
                    <a:lstStyle/>
                    <a:p>
                      <a:r>
                        <a:rPr lang="en-US" sz="1200" b="0" i="0" kern="1200" dirty="0">
                          <a:solidFill>
                            <a:schemeClr val="tx1"/>
                          </a:solidFill>
                          <a:effectLst/>
                          <a:latin typeface="+mn-lt"/>
                          <a:ea typeface="+mn-ea"/>
                          <a:cs typeface="+mn-cs"/>
                        </a:rPr>
                        <a:t>interpretability and handling both categorical and continuous data.</a:t>
                      </a:r>
                      <a:endParaRPr lang="en-IN" sz="1200" dirty="0"/>
                    </a:p>
                  </a:txBody>
                  <a:tcPr/>
                </a:tc>
                <a:tc>
                  <a:txBody>
                    <a:bodyPr/>
                    <a:lstStyle/>
                    <a:p>
                      <a:r>
                        <a:rPr lang="en-US" sz="1200" b="0" i="0" kern="1200" dirty="0">
                          <a:solidFill>
                            <a:schemeClr val="tx1"/>
                          </a:solidFill>
                          <a:effectLst/>
                          <a:latin typeface="+mn-lt"/>
                          <a:ea typeface="+mn-ea"/>
                          <a:cs typeface="+mn-cs"/>
                        </a:rPr>
                        <a:t>overfitting and sensitivity to small variations in the data.</a:t>
                      </a:r>
                      <a:endParaRPr lang="en-IN" sz="1200" dirty="0"/>
                    </a:p>
                  </a:txBody>
                  <a:tcPr/>
                </a:tc>
                <a:extLst>
                  <a:ext uri="{0D108BD9-81ED-4DB2-BD59-A6C34878D82A}">
                    <a16:rowId xmlns:a16="http://schemas.microsoft.com/office/drawing/2014/main" val="1642743594"/>
                  </a:ext>
                </a:extLst>
              </a:tr>
              <a:tr h="636182">
                <a:tc>
                  <a:txBody>
                    <a:bodyPr/>
                    <a:lstStyle/>
                    <a:p>
                      <a:r>
                        <a:rPr lang="en-IN" dirty="0" err="1"/>
                        <a:t>Adaboost</a:t>
                      </a:r>
                      <a:endParaRPr lang="en-IN" dirty="0"/>
                    </a:p>
                  </a:txBody>
                  <a:tcPr/>
                </a:tc>
                <a:tc>
                  <a:txBody>
                    <a:bodyPr/>
                    <a:lstStyle/>
                    <a:p>
                      <a:r>
                        <a:rPr lang="en-US" sz="1200" b="0" i="0" kern="1200" dirty="0">
                          <a:solidFill>
                            <a:schemeClr val="tx1"/>
                          </a:solidFill>
                          <a:effectLst/>
                          <a:latin typeface="+mn-lt"/>
                          <a:ea typeface="+mn-ea"/>
                          <a:cs typeface="+mn-cs"/>
                        </a:rPr>
                        <a:t>Lesser preprocessing is required, as you do not need to scale the independent variables.</a:t>
                      </a:r>
                      <a:endParaRPr lang="en-IN" sz="1200" dirty="0"/>
                    </a:p>
                  </a:txBody>
                  <a:tcPr/>
                </a:tc>
                <a:tc>
                  <a:txBody>
                    <a:bodyPr/>
                    <a:lstStyle/>
                    <a:p>
                      <a:r>
                        <a:rPr lang="en-US" sz="1200" b="0" i="0" kern="1200" dirty="0">
                          <a:solidFill>
                            <a:schemeClr val="tx1"/>
                          </a:solidFill>
                          <a:effectLst/>
                          <a:latin typeface="+mn-lt"/>
                          <a:ea typeface="+mn-ea"/>
                          <a:cs typeface="+mn-cs"/>
                        </a:rPr>
                        <a:t>Can be computationally expensive, especially with large datasets.</a:t>
                      </a:r>
                      <a:endParaRPr lang="en-IN" sz="1200" dirty="0"/>
                    </a:p>
                  </a:txBody>
                  <a:tcPr/>
                </a:tc>
                <a:extLst>
                  <a:ext uri="{0D108BD9-81ED-4DB2-BD59-A6C34878D82A}">
                    <a16:rowId xmlns:a16="http://schemas.microsoft.com/office/drawing/2014/main" val="3332025437"/>
                  </a:ext>
                </a:extLst>
              </a:tr>
              <a:tr h="1269468">
                <a:tc>
                  <a:txBody>
                    <a:bodyPr/>
                    <a:lstStyle/>
                    <a:p>
                      <a:r>
                        <a:rPr lang="en-IN" dirty="0" err="1"/>
                        <a:t>Xgboost</a:t>
                      </a:r>
                      <a:endParaRPr lang="en-IN" dirty="0"/>
                    </a:p>
                  </a:txBody>
                  <a:tcPr/>
                </a:tc>
                <a:tc>
                  <a:txBody>
                    <a:bodyPr/>
                    <a:lstStyle/>
                    <a:p>
                      <a:r>
                        <a:rPr lang="en-US" sz="1200" b="0" i="0" kern="1200" dirty="0">
                          <a:solidFill>
                            <a:schemeClr val="tx1"/>
                          </a:solidFill>
                          <a:effectLst/>
                          <a:latin typeface="+mn-lt"/>
                          <a:ea typeface="+mn-ea"/>
                          <a:cs typeface="+mn-cs"/>
                        </a:rPr>
                        <a:t>Its computational efficiency, offering efficient processing, insightful feature importance analysis, and seamless handling of missing values.</a:t>
                      </a:r>
                      <a:endParaRPr lang="en-IN" sz="1200" dirty="0"/>
                    </a:p>
                  </a:txBody>
                  <a:tcPr/>
                </a:tc>
                <a:tc>
                  <a:txBody>
                    <a:bodyPr/>
                    <a:lstStyle/>
                    <a:p>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can be slow to train due to its many hyperparameters. It can be prone to overfitting if not properly tuned. It can be memory intensive and is not suitable for low-end systems.</a:t>
                      </a:r>
                      <a:endParaRPr lang="en-IN" sz="1200" dirty="0"/>
                    </a:p>
                  </a:txBody>
                  <a:tcPr/>
                </a:tc>
                <a:extLst>
                  <a:ext uri="{0D108BD9-81ED-4DB2-BD59-A6C34878D82A}">
                    <a16:rowId xmlns:a16="http://schemas.microsoft.com/office/drawing/2014/main" val="2134770084"/>
                  </a:ext>
                </a:extLst>
              </a:tr>
            </a:tbl>
          </a:graphicData>
        </a:graphic>
      </p:graphicFrame>
      <p:sp>
        <p:nvSpPr>
          <p:cNvPr id="12" name="TextBox 11">
            <a:extLst>
              <a:ext uri="{FF2B5EF4-FFF2-40B4-BE49-F238E27FC236}">
                <a16:creationId xmlns:a16="http://schemas.microsoft.com/office/drawing/2014/main" id="{411108AB-2A08-77FE-7FEE-8958D37F76EF}"/>
              </a:ext>
            </a:extLst>
          </p:cNvPr>
          <p:cNvSpPr txBox="1"/>
          <p:nvPr/>
        </p:nvSpPr>
        <p:spPr>
          <a:xfrm>
            <a:off x="3352802" y="5124952"/>
            <a:ext cx="7816644" cy="1477328"/>
          </a:xfrm>
          <a:prstGeom prst="rect">
            <a:avLst/>
          </a:prstGeom>
          <a:noFill/>
        </p:spPr>
        <p:txBody>
          <a:bodyPr wrap="square">
            <a:spAutoFit/>
          </a:bodyPr>
          <a:lstStyle/>
          <a:p>
            <a:r>
              <a:rPr lang="en-US" dirty="0"/>
              <a:t>Developing an effective prediction model requires selecting the appropriate model for the given task. Different models have different properties, and the particulars of the data will determine which model is best. After the model is chosen, its performance is checked and refined by training it on the preprocessed data.</a:t>
            </a:r>
          </a:p>
          <a:p>
            <a:endParaRPr lang="en-US" dirty="0"/>
          </a:p>
        </p:txBody>
      </p:sp>
    </p:spTree>
    <p:extLst>
      <p:ext uri="{BB962C8B-B14F-4D97-AF65-F5344CB8AC3E}">
        <p14:creationId xmlns:p14="http://schemas.microsoft.com/office/powerpoint/2010/main" val="3321089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Colorful and highrise apartment blocks in the city">
            <a:extLst>
              <a:ext uri="{FF2B5EF4-FFF2-40B4-BE49-F238E27FC236}">
                <a16:creationId xmlns:a16="http://schemas.microsoft.com/office/drawing/2014/main" id="{46DCF626-D23F-1DB2-8526-F7FC9B057D44}"/>
              </a:ext>
            </a:extLst>
          </p:cNvPr>
          <p:cNvPicPr>
            <a:picLocks noGrp="1" noChangeAspect="1"/>
          </p:cNvPicPr>
          <p:nvPr>
            <p:ph type="pic" sz="quarter" idx="16"/>
          </p:nvPr>
        </p:nvPicPr>
        <p:blipFill>
          <a:blip r:embed="rId3" cstate="print">
            <a:duotone>
              <a:schemeClr val="accent2">
                <a:shade val="45000"/>
                <a:satMod val="135000"/>
              </a:schemeClr>
              <a:prstClr val="white"/>
            </a:duotone>
            <a:alphaModFix amt="35000"/>
            <a:extLst>
              <a:ext uri="{28A0092B-C50C-407E-A947-70E740481C1C}">
                <a14:useLocalDpi xmlns:a14="http://schemas.microsoft.com/office/drawing/2010/main"/>
              </a:ext>
            </a:extLst>
          </a:blip>
          <a:srcRect/>
          <a:stretch/>
        </p:blipFill>
        <p:spPr>
          <a:xfrm>
            <a:off x="0" y="0"/>
            <a:ext cx="12192000" cy="6858000"/>
          </a:xfrm>
        </p:spPr>
      </p:pic>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2527301" y="1786421"/>
            <a:ext cx="7156415" cy="2258568"/>
          </a:xfrm>
        </p:spPr>
        <p:txBody>
          <a:bodyPr/>
          <a:lstStyle/>
          <a:p>
            <a:r>
              <a:rPr lang="en-US" dirty="0"/>
              <a:t>Model Evaluation</a:t>
            </a:r>
          </a:p>
        </p:txBody>
      </p:sp>
      <p:grpSp>
        <p:nvGrpSpPr>
          <p:cNvPr id="14" name="Group 13">
            <a:extLst>
              <a:ext uri="{FF2B5EF4-FFF2-40B4-BE49-F238E27FC236}">
                <a16:creationId xmlns:a16="http://schemas.microsoft.com/office/drawing/2014/main" id="{3BB78D97-71C1-B640-BA57-F260AA8B6A11}"/>
              </a:ext>
              <a:ext uri="{C183D7F6-B498-43B3-948B-1728B52AA6E4}">
                <adec:decorative xmlns:adec="http://schemas.microsoft.com/office/drawing/2017/decorative" val="1"/>
              </a:ext>
            </a:extLst>
          </p:cNvPr>
          <p:cNvGrpSpPr/>
          <p:nvPr/>
        </p:nvGrpSpPr>
        <p:grpSpPr>
          <a:xfrm>
            <a:off x="250825" y="254794"/>
            <a:ext cx="11690350" cy="6367462"/>
            <a:chOff x="250825" y="254794"/>
            <a:chExt cx="11690350" cy="6367462"/>
          </a:xfrm>
        </p:grpSpPr>
        <p:sp>
          <p:nvSpPr>
            <p:cNvPr id="7" name="Rectangle 6">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8" name="Straight Connector 7">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9240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rot="16200000">
            <a:off x="-1749423" y="2290758"/>
            <a:ext cx="6276974" cy="2276477"/>
          </a:xfrm>
        </p:spPr>
        <p:txBody>
          <a:bodyPr/>
          <a:lstStyle/>
          <a:p>
            <a:r>
              <a:rPr lang="en-US" dirty="0"/>
              <a:t>Model Evaluation</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sz="quarter" idx="13"/>
          </p:nvPr>
        </p:nvSpPr>
        <p:spPr>
          <a:xfrm>
            <a:off x="4108481" y="1120131"/>
            <a:ext cx="7429584" cy="4561926"/>
          </a:xfrm>
        </p:spPr>
        <p:txBody>
          <a:bodyPr vert="horz" lIns="91440" tIns="45720" rIns="91440" bIns="45720" rtlCol="0" anchor="ctr">
            <a:normAutofit/>
          </a:bodyPr>
          <a:lstStyle/>
          <a:p>
            <a:r>
              <a:rPr lang="en-US" b="1" dirty="0"/>
              <a:t>Cross-</a:t>
            </a:r>
            <a:r>
              <a:rPr lang="en-US" b="1" dirty="0" err="1"/>
              <a:t>Validan</a:t>
            </a:r>
            <a:endParaRPr lang="en-US" b="1" dirty="0"/>
          </a:p>
          <a:p>
            <a:r>
              <a:rPr lang="en-US" dirty="0"/>
              <a:t>Building an effective prediction model requires selecting the appropriate model for the job. Selecting the best model relies on the particular features of the data because not all models are made equal. Following selection, the model is tested to </a:t>
            </a:r>
            <a:r>
              <a:rPr lang="en-US" dirty="0" err="1"/>
              <a:t>maximise</a:t>
            </a:r>
            <a:r>
              <a:rPr lang="en-US" dirty="0"/>
              <a:t> performance and trained on the preprocessed data.</a:t>
            </a:r>
          </a:p>
          <a:p>
            <a:r>
              <a:rPr lang="en-US" b="1" dirty="0"/>
              <a:t>Accuracy, Precision, Recall, and F1 Score</a:t>
            </a:r>
          </a:p>
          <a:p>
            <a:r>
              <a:rPr lang="en-US" dirty="0"/>
              <a:t>Using these metrics to measure the model's effectiveness enables one to pinpoint areas in need of development.</a:t>
            </a:r>
          </a:p>
          <a:p>
            <a:endParaRPr lang="en-US" b="1" dirty="0"/>
          </a:p>
          <a:p>
            <a:endParaRPr lang="en-US" b="1" dirty="0"/>
          </a:p>
          <a:p>
            <a:endParaRPr lang="en-US" b="1" dirty="0"/>
          </a:p>
        </p:txBody>
      </p:sp>
      <p:sp>
        <p:nvSpPr>
          <p:cNvPr id="12" name="TextBox 11">
            <a:extLst>
              <a:ext uri="{FF2B5EF4-FFF2-40B4-BE49-F238E27FC236}">
                <a16:creationId xmlns:a16="http://schemas.microsoft.com/office/drawing/2014/main" id="{92CB495E-F59C-8524-47F8-BB70314E9848}"/>
              </a:ext>
            </a:extLst>
          </p:cNvPr>
          <p:cNvSpPr txBox="1"/>
          <p:nvPr/>
        </p:nvSpPr>
        <p:spPr>
          <a:xfrm>
            <a:off x="4108481" y="4481728"/>
            <a:ext cx="7695592" cy="1200329"/>
          </a:xfrm>
          <a:prstGeom prst="rect">
            <a:avLst/>
          </a:prstGeom>
          <a:noFill/>
        </p:spPr>
        <p:txBody>
          <a:bodyPr wrap="square">
            <a:spAutoFit/>
          </a:bodyPr>
          <a:lstStyle/>
          <a:p>
            <a:r>
              <a:rPr lang="en-US" dirty="0"/>
              <a:t>Making sure the model is effective requires regularly assessing its performance. Data scientists can evaluate the performance of a model, determine areas for improvement, and assess the accuracy of predictions by using a variety of metrics and testing methods.</a:t>
            </a:r>
          </a:p>
        </p:txBody>
      </p:sp>
    </p:spTree>
    <p:extLst>
      <p:ext uri="{BB962C8B-B14F-4D97-AF65-F5344CB8AC3E}">
        <p14:creationId xmlns:p14="http://schemas.microsoft.com/office/powerpoint/2010/main" val="445070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2517792" y="1237782"/>
            <a:ext cx="7156415" cy="2536196"/>
          </a:xfrm>
        </p:spPr>
        <p:txBody>
          <a:bodyPr/>
          <a:lstStyle/>
          <a:p>
            <a:r>
              <a:rPr lang="en-US" dirty="0"/>
              <a:t>Prediction Results</a:t>
            </a:r>
          </a:p>
        </p:txBody>
      </p:sp>
    </p:spTree>
    <p:extLst>
      <p:ext uri="{BB962C8B-B14F-4D97-AF65-F5344CB8AC3E}">
        <p14:creationId xmlns:p14="http://schemas.microsoft.com/office/powerpoint/2010/main" val="2593563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91A4-7839-4F63-B17C-7C366C59488C}"/>
              </a:ext>
            </a:extLst>
          </p:cNvPr>
          <p:cNvSpPr>
            <a:spLocks noGrp="1"/>
          </p:cNvSpPr>
          <p:nvPr>
            <p:ph type="title"/>
          </p:nvPr>
        </p:nvSpPr>
        <p:spPr>
          <a:xfrm rot="16200000">
            <a:off x="-1749423" y="2290758"/>
            <a:ext cx="6276974" cy="2276477"/>
          </a:xfrm>
        </p:spPr>
        <p:txBody>
          <a:bodyPr/>
          <a:lstStyle/>
          <a:p>
            <a:r>
              <a:rPr lang="en-US" dirty="0"/>
              <a:t>Prediction Results</a:t>
            </a:r>
          </a:p>
        </p:txBody>
      </p:sp>
      <p:sp>
        <p:nvSpPr>
          <p:cNvPr id="5" name="Content Placeholder 4">
            <a:extLst>
              <a:ext uri="{FF2B5EF4-FFF2-40B4-BE49-F238E27FC236}">
                <a16:creationId xmlns:a16="http://schemas.microsoft.com/office/drawing/2014/main" id="{A6A497D3-9853-FB60-D542-6FB184484024}"/>
              </a:ext>
            </a:extLst>
          </p:cNvPr>
          <p:cNvSpPr>
            <a:spLocks noGrp="1"/>
          </p:cNvSpPr>
          <p:nvPr>
            <p:ph sz="half" idx="2"/>
          </p:nvPr>
        </p:nvSpPr>
        <p:spPr/>
        <p:txBody>
          <a:bodyPr>
            <a:normAutofit/>
          </a:bodyPr>
          <a:lstStyle/>
          <a:p>
            <a:r>
              <a:rPr lang="en-IN" sz="1600" dirty="0"/>
              <a:t>After applying multiple algorithms ,Random forest classifier gave best result with 0.832940..  accuracy </a:t>
            </a:r>
          </a:p>
        </p:txBody>
      </p:sp>
    </p:spTree>
    <p:extLst>
      <p:ext uri="{BB962C8B-B14F-4D97-AF65-F5344CB8AC3E}">
        <p14:creationId xmlns:p14="http://schemas.microsoft.com/office/powerpoint/2010/main" val="858354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295B-54B9-4937-90E3-BAB9CE69E30B}"/>
              </a:ext>
            </a:extLst>
          </p:cNvPr>
          <p:cNvSpPr>
            <a:spLocks noGrp="1"/>
          </p:cNvSpPr>
          <p:nvPr>
            <p:ph type="title"/>
          </p:nvPr>
        </p:nvSpPr>
        <p:spPr>
          <a:xfrm>
            <a:off x="2517792" y="1237782"/>
            <a:ext cx="7156415" cy="2536196"/>
          </a:xfrm>
        </p:spPr>
        <p:txBody>
          <a:bodyPr/>
          <a:lstStyle/>
          <a:p>
            <a:r>
              <a:rPr lang="en-US" dirty="0"/>
              <a:t>Conclusion</a:t>
            </a:r>
          </a:p>
        </p:txBody>
      </p:sp>
    </p:spTree>
    <p:extLst>
      <p:ext uri="{BB962C8B-B14F-4D97-AF65-F5344CB8AC3E}">
        <p14:creationId xmlns:p14="http://schemas.microsoft.com/office/powerpoint/2010/main" val="3048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rot="16200000">
            <a:off x="-1749423" y="2290758"/>
            <a:ext cx="6276974" cy="2276477"/>
          </a:xfrm>
        </p:spPr>
        <p:txBody>
          <a:bodyPr/>
          <a:lstStyle/>
          <a:p>
            <a:r>
              <a:rPr lang="en-US" dirty="0"/>
              <a:t>Conclusion</a:t>
            </a:r>
          </a:p>
        </p:txBody>
      </p:sp>
      <p:sp>
        <p:nvSpPr>
          <p:cNvPr id="10" name="TextBox 9">
            <a:extLst>
              <a:ext uri="{FF2B5EF4-FFF2-40B4-BE49-F238E27FC236}">
                <a16:creationId xmlns:a16="http://schemas.microsoft.com/office/drawing/2014/main" id="{623A685E-64C8-E82F-594B-6A37C9B2769B}"/>
              </a:ext>
            </a:extLst>
          </p:cNvPr>
          <p:cNvSpPr txBox="1"/>
          <p:nvPr/>
        </p:nvSpPr>
        <p:spPr>
          <a:xfrm>
            <a:off x="2860011" y="2389394"/>
            <a:ext cx="7859683" cy="2585323"/>
          </a:xfrm>
          <a:prstGeom prst="rect">
            <a:avLst/>
          </a:prstGeom>
          <a:noFill/>
        </p:spPr>
        <p:txBody>
          <a:bodyPr wrap="square">
            <a:spAutoFit/>
          </a:bodyPr>
          <a:lstStyle/>
          <a:p>
            <a:r>
              <a:rPr lang="en-US" dirty="0"/>
              <a:t>It takes careful data collecting and preprocessing, feature engineering, model selection and training, model evaluation, and testing to create an effective Adult Census Income Prediction model. Data scientists may create useful models using a variety of methods, which businesses can utilize to maximize their profitability and make well-informed decisions. You can make sure that your prediction model is reliable and accurate by following these procedures, which will enhance your marketability.</a:t>
            </a:r>
          </a:p>
          <a:p>
            <a:endParaRPr lang="en-US" dirty="0"/>
          </a:p>
          <a:p>
            <a:endParaRPr lang="en-US" dirty="0"/>
          </a:p>
        </p:txBody>
      </p:sp>
    </p:spTree>
    <p:extLst>
      <p:ext uri="{BB962C8B-B14F-4D97-AF65-F5344CB8AC3E}">
        <p14:creationId xmlns:p14="http://schemas.microsoft.com/office/powerpoint/2010/main" val="3855623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2517792" y="2558726"/>
            <a:ext cx="7156415" cy="1740548"/>
          </a:xfrm>
        </p:spPr>
        <p:txBody>
          <a:bodyPr anchor="ctr"/>
          <a:lstStyle/>
          <a:p>
            <a:r>
              <a:rPr lang="en-US" dirty="0"/>
              <a:t>Thank you</a:t>
            </a:r>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TM56596226_Win32_LW_V0" id="{9BD71EDD-469E-4D4E-A40A-B14F6807FCBA}" vid="{17CDA7A4-B369-430D-9DFB-4C96400196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C2A85E2-5219-4B5F-9D52-D97CA94AAB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C14155-A57F-48FA-B253-A79CB6269DDC}">
  <ds:schemaRefs>
    <ds:schemaRef ds:uri="http://schemas.microsoft.com/sharepoint/v3/contenttype/forms"/>
  </ds:schemaRefs>
</ds:datastoreItem>
</file>

<file path=customXml/itemProps3.xml><?xml version="1.0" encoding="utf-8"?>
<ds:datastoreItem xmlns:ds="http://schemas.openxmlformats.org/officeDocument/2006/customXml" ds:itemID="{89316C43-4A17-4971-BB8F-F0F6B8CDF2E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61</TotalTime>
  <Words>679</Words>
  <Application>Microsoft Office PowerPoint</Application>
  <PresentationFormat>Widescreen</PresentationFormat>
  <Paragraphs>68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Gill Sans MT</vt:lpstr>
      <vt:lpstr>Parcel</vt:lpstr>
      <vt:lpstr>Adult Census Income Prediction Model</vt:lpstr>
      <vt:lpstr>A Guide to Building an Adult Census Income Prediction Model</vt:lpstr>
      <vt:lpstr>AGENDA</vt:lpstr>
      <vt:lpstr>Data Collection and Preprocessing</vt:lpstr>
      <vt:lpstr>Data Collection and Preprocessing</vt:lpstr>
      <vt:lpstr>Model Selection and Training</vt:lpstr>
      <vt:lpstr>Model Selection and Training</vt:lpstr>
      <vt:lpstr>Model Evaluation</vt:lpstr>
      <vt:lpstr>Model Evaluation</vt:lpstr>
      <vt:lpstr>Prediction Results</vt:lpstr>
      <vt:lpstr>Prediction Results</vt:lpstr>
      <vt:lpstr>Conclusion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speaking solutions</dc:title>
  <cp:lastModifiedBy>Deepika Sahu</cp:lastModifiedBy>
  <cp:revision>2</cp:revision>
  <dcterms:created xsi:type="dcterms:W3CDTF">2024-02-15T21:11:36Z</dcterms:created>
  <dcterms:modified xsi:type="dcterms:W3CDTF">2024-08-17T05:56:32Z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